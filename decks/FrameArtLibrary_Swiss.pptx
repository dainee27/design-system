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279f796-1b76-7cb0-4ced-e4b41f086ef5}">
          <p14:sldIdLst>
            <p14:sldId id="256"/>
          </p14:sldIdLst>
        </p14:section>
        <p14:section name="안내" id="{42a9f5de-bc92-db44-514e-a43990f4eac3}">
          <p14:sldIdLst>
            <p14:sldId id="257"/>
          </p14:sldIdLst>
        </p14:section>
        <p14:section name="필터별 샘플" id="{82f6e751-a0d5-5cef-63f7-5bd71468e3f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출처" id="{aca54f21-b9c1-700b-3c8d-c0fdcbc5216e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THE FRAME ART LIBRARY</a:t>
            </a:r>
            <a:endParaRPr lang="ko-KR" alt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Filter Samples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내부 참고용</a:t>
            </a:r>
            <a:endParaRPr lang="ko-KR" alt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Samsung Art Store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Basic Library</a:t>
            </a:r>
            <a:endParaRPr lang="ko-KR" alt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228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2026</a:t>
            </a:r>
            <a:endParaRPr lang="ko-KR" altLang="en-US" sz="9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1002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THE FRAME ART LIBRARY</a:t>
            </a:r>
            <a:endParaRPr lang="ko-KR" alt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Filter Samples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내부 참고용</a:t>
            </a:r>
            <a:endParaRPr lang="ko-KR" alt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Samsung Art Store</a:t>
            </a:r>
            <a:endParaRPr lang="ko-KR" altLang="en-US" sz="900" dirty="0"/>
          </a:p>
          <a:p>
            <a:pPr algn="l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Basic Library</a:t>
            </a:r>
            <a:endParaRPr lang="ko-KR" alt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5912" y="228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chemeClr val="accent6"/>
                </a:solidFill>
              </a:rPr>
              <a:t>2026</a:t>
            </a:r>
            <a:endParaRPr lang="ko-KR" altLang="en-US" sz="9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ko-KR" alt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null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image" Target="../media/image-3-6.jpg"/><Relationship Id="rId7" Type="http://schemas.openxmlformats.org/officeDocument/2006/relationships/image" Target="../media/image-3-7.jp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image" Target="../media/image-5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image" Target="../media/image-11-6.jpg"/><Relationship Id="rId7" Type="http://schemas.openxmlformats.org/officeDocument/2006/relationships/image" Target="../media/image-11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image" Target="../media/image-14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image" Target="../media/image-15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image" Target="../media/image-16-5.jpg"/><Relationship Id="rId6" Type="http://schemas.openxmlformats.org/officeDocument/2006/relationships/image" Target="../media/image-16-6.jpg"/><Relationship Id="rId7" Type="http://schemas.openxmlformats.org/officeDocument/2006/relationships/image" Target="../media/image-16-7.jpg"/><Relationship Id="rId8" Type="http://schemas.openxmlformats.org/officeDocument/2006/relationships/image" Target="../media/image-16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image" Target="../media/image-17-5.jpg"/><Relationship Id="rId6" Type="http://schemas.openxmlformats.org/officeDocument/2006/relationships/image" Target="../media/image-17-6.jpg"/><Relationship Id="rId7" Type="http://schemas.openxmlformats.org/officeDocument/2006/relationships/image" Target="../media/image-17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image" Target="../media/image-18-5.jpg"/><Relationship Id="rId6" Type="http://schemas.openxmlformats.org/officeDocument/2006/relationships/image" Target="../media/image-18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image" Target="../media/image-19-6.jpg"/><Relationship Id="rId7" Type="http://schemas.openxmlformats.org/officeDocument/2006/relationships/image" Target="../media/image-19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image" Target="../media/image-20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image" Target="../media/image-21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jpg"/><Relationship Id="rId4" Type="http://schemas.openxmlformats.org/officeDocument/2006/relationships/image" Target="../media/image-22-4.jpg"/><Relationship Id="rId5" Type="http://schemas.openxmlformats.org/officeDocument/2006/relationships/image" Target="../media/image-22-5.jpg"/><Relationship Id="rId6" Type="http://schemas.openxmlformats.org/officeDocument/2006/relationships/image" Target="../media/image-22-6.jpg"/><Relationship Id="rId7" Type="http://schemas.openxmlformats.org/officeDocument/2006/relationships/image" Target="../media/image-22-7.jp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samsung.com/global/samsung-art-store-partners-with-san-francisco-museum-of-modern-art-to-bring-modern-masters-to-homes-worldwide" TargetMode="External"/><Relationship Id="rId2" Type="http://schemas.openxmlformats.org/officeDocument/2006/relationships/hyperlink" Target="https://news.samsung.com/global/the-samsung-art-store-to-feature-exclusive-highlights-from-the-museum-of-modern-arts-collection" TargetMode="External"/><Relationship Id="rId3" Type="http://schemas.openxmlformats.org/officeDocument/2006/relationships/hyperlink" Target="https://news.samsung.com/global/the-samsung-art-store-to-feature-exclusive-highlights-from-the-museum-of-modern-arts-collection" TargetMode="External"/><Relationship Id="rId4" Type="http://schemas.openxmlformats.org/officeDocument/2006/relationships/hyperlink" Target="https://news.samsung.com/us/samsung-art-store-whitney-museum-american-art-debut-new-exclusive-partnership/" TargetMode="External"/><Relationship Id="rId5" Type="http://schemas.openxmlformats.org/officeDocument/2006/relationships/hyperlink" Target="https://commons.wikimedia.org/wiki/File:Composition_VII_-_Wassily_Kandinsky,_GAC.jpg" TargetMode="External"/><Relationship Id="rId6" Type="http://schemas.openxmlformats.org/officeDocument/2006/relationships/hyperlink" Target="https://commons.wikimedia.org/wiki/File:Kandinsky_-_Jaune_Rouge_Bleu.jpg" TargetMode="External"/><Relationship Id="rId7" Type="http://schemas.openxmlformats.org/officeDocument/2006/relationships/hyperlink" Target="https://commons.wikimedia.org/wiki/File:Suprematist_Composition_-_Airplane_Flying_(Malevich,_1915).jpg" TargetMode="External"/><Relationship Id="rId8" Type="http://schemas.openxmlformats.org/officeDocument/2006/relationships/hyperlink" Target="https://commons.wikimedia.org/wiki/File:Hilma_af_Klint_-_The_Ten_Largest_No._7_-_Adulthood_-_1907.jpg" TargetMode="External"/><Relationship Id="rId9" Type="http://schemas.openxmlformats.org/officeDocument/2006/relationships/hyperlink" Target="https://commons.wikimedia.org/wiki/File:Tsunami_by_hokusai_19th_century.jpg" TargetMode="External"/><Relationship Id="rId10" Type="http://schemas.openxmlformats.org/officeDocument/2006/relationships/hyperlink" Target="https://commons.wikimedia.org/wiki/File:The_Horse_in_Motion_high_res.jpg" TargetMode="External"/><Relationship Id="rId11" Type="http://schemas.openxmlformats.org/officeDocument/2006/relationships/hyperlink" Target="https://commons.wikimedia.org/wiki/File:George_Wesley_Bellows_Stag_at_Sharkey_(Cropped).jpg" TargetMode="External"/><Relationship Id="rId12" Type="http://schemas.openxmlformats.org/officeDocument/2006/relationships/hyperlink" Target="https://commons.wikimedia.org/wiki/File:Le_Derby_de_1821_%C3%A0_Epsom_-_Th%C3%A9odore_G%C3%A9ricault_-_Mus%C3%A9e_du_Louvre_Peintures_MI_708_-_photo_2.jpg" TargetMode="External"/><Relationship Id="rId13" Type="http://schemas.openxmlformats.org/officeDocument/2006/relationships/hyperlink" Target="https://commons.wikimedia.org/wiki/File:JEAN_LOUIS_TH%C3%89ODORE_G%C3%89RICAULT_-_La_Balsa_de_la_Medusa_(Museo_del_Louvre,_1818-19).jpg" TargetMode="External"/><Relationship Id="rId14" Type="http://schemas.openxmlformats.org/officeDocument/2006/relationships/hyperlink" Target="https://commons.wikimedia.org/wiki/File:Eug%C3%A8ne_Delacroix_-_La_libert%C3%A9_guidant_le_peuple.jpg" TargetMode="External"/><Relationship Id="rId15" Type="http://schemas.openxmlformats.org/officeDocument/2006/relationships/hyperlink" Target="https://commons.wikimedia.org/wiki/File:Winslow_Homer_-_The_Gulf_Stream_-_Metropolitan_Museum_of_Art.jpg" TargetMode="External"/><Relationship Id="rId16" Type="http://schemas.openxmlformats.org/officeDocument/2006/relationships/hyperlink" Target="https://news.samsung.com/global/samsung-and-musee-dorsay-partner-to-bring-iconic-masterpieces-to-the-frame-tv" TargetMode="External"/><Relationship Id="rId17" Type="http://schemas.openxmlformats.org/officeDocument/2006/relationships/hyperlink" Target="https://commons.wikimedia.org/wiki/File:Ferdinand_Georg_Waldm%C3%BCller_-_Vorfr%C3%BChling_im_Wienerwald_-_1501_-_%C3%96sterreichische_Galerie_Belvedere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Amandelbloesem_-_s0176V1962_-_Van_Gogh_Museum.jpg" TargetMode="External"/><Relationship Id="rId2" Type="http://schemas.openxmlformats.org/officeDocument/2006/relationships/hyperlink" Target="https://commons.wikimedia.org/wiki/File:Botticelli-primavera.jpg" TargetMode="External"/><Relationship Id="rId3" Type="http://schemas.openxmlformats.org/officeDocument/2006/relationships/hyperlink" Target="https://commons.wikimedia.org/wiki/File:Vincent_van_Gogh_-_Pink_peach_trees_(&apos;Souvenir_de_Mauve&apos;)_-_Google_Art_Project.jpg" TargetMode="External"/><Relationship Id="rId4" Type="http://schemas.openxmlformats.org/officeDocument/2006/relationships/hyperlink" Target="https://commons.wikimedia.org/wiki/File:De_pruimenboomgaard_te_Kameido-Rijksmuseum_RP-P-1956-743.jpeg" TargetMode="External"/><Relationship Id="rId5" Type="http://schemas.openxmlformats.org/officeDocument/2006/relationships/hyperlink" Target="https://commons.wikimedia.org/wiki/File:Claude_Monet_-_Springtime_-_Google_Art_Project.jpg" TargetMode="External"/><Relationship Id="rId6" Type="http://schemas.openxmlformats.org/officeDocument/2006/relationships/hyperlink" Target="https://news.samsung.com/global/samsung-announces-addition-of-louvre-collection-to-samsung-art-store" TargetMode="External"/><Relationship Id="rId7" Type="http://schemas.openxmlformats.org/officeDocument/2006/relationships/hyperlink" Target="https://news.samsung.com/global/samsung-announces-addition-of-louvre-collection-to-samsung-art-store" TargetMode="External"/><Relationship Id="rId8" Type="http://schemas.openxmlformats.org/officeDocument/2006/relationships/hyperlink" Target="https://news.samsung.com/global/samsung-partners-with-kunsthistorisches-museum-in-vienna-to-bring-austrian-masterpieces-to-samsung-art-store" TargetMode="External"/><Relationship Id="rId9" Type="http://schemas.openxmlformats.org/officeDocument/2006/relationships/hyperlink" Target="https://news.samsung.com/global/samsung-partners-with-kunsthistorisches-museum-in-vienna-to-bring-austrian-masterpieces-to-samsung-art-store" TargetMode="External"/><Relationship Id="rId10" Type="http://schemas.openxmlformats.org/officeDocument/2006/relationships/hyperlink" Target="https://commons.wikimedia.org/wiki/File:Las_Meninas,_by_Diego_Vel%C3%A1zquez,_from_Prado_in_Google_Earth.jpg" TargetMode="External"/><Relationship Id="rId11" Type="http://schemas.openxmlformats.org/officeDocument/2006/relationships/hyperlink" Target="https://commons.wikimedia.org/wiki/File:Les_Noces_de_Cana_-_Paolo_Veronese_-_Mus%C3%A9e_du_Louvre_Peintures_INV_142_;_MR_384.jpg" TargetMode="External"/><Relationship Id="rId12" Type="http://schemas.openxmlformats.org/officeDocument/2006/relationships/hyperlink" Target="https://commons.wikimedia.org/wiki/File:Jean_Auguste_Dominique_Ingres,_La_Grande_Odalisque,_1814.jpg" TargetMode="External"/><Relationship Id="rId13" Type="http://schemas.openxmlformats.org/officeDocument/2006/relationships/hyperlink" Target="https://news.samsung.com/global/samsung-art-store-adds-art-basel-hong-kong-2026-collection" TargetMode="External"/><Relationship Id="rId14" Type="http://schemas.openxmlformats.org/officeDocument/2006/relationships/hyperlink" Target="https://news.samsung.com/global/samsung-art-store-adds-art-basel-hong-kong-2026-collection" TargetMode="External"/><Relationship Id="rId15" Type="http://schemas.openxmlformats.org/officeDocument/2006/relationships/hyperlink" Target="https://news.samsung.com/global/samsung-art-store-adds-art-basel-hong-kong-2026-collection" TargetMode="External"/><Relationship Id="rId16" Type="http://schemas.openxmlformats.org/officeDocument/2006/relationships/hyperlink" Target="https://news.samsung.com/global/art-basel-in-basel-2026-samsung-art-tv-brings-personal-curation-to-the-center-of-the-art-world" TargetMode="External"/><Relationship Id="rId17" Type="http://schemas.openxmlformats.org/officeDocument/2006/relationships/hyperlink" Target="https://news.samsung.com/global/art-basel-in-basel-2026-samsung-art-tv-brings-personal-curation-to-the-center-of-the-art-world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samsung.com/global/art-basel-in-basel-2026-samsung-art-tv-brings-personal-curation-to-the-center-of-the-art-world" TargetMode="External"/><Relationship Id="rId2" Type="http://schemas.openxmlformats.org/officeDocument/2006/relationships/hyperlink" Target="https://news.samsung.com/us/experience-art-basel-miami-beach-2025-home-new-collection-arrives-samsung-art-store/" TargetMode="External"/><Relationship Id="rId3" Type="http://schemas.openxmlformats.org/officeDocument/2006/relationships/hyperlink" Target="https://commons.wikimedia.org/wiki/File:Mandelbrot_Set_Image_112.png" TargetMode="External"/><Relationship Id="rId4" Type="http://schemas.openxmlformats.org/officeDocument/2006/relationships/hyperlink" Target="https://commons.wikimedia.org/wiki/File:Julia_set_(highres_01).jpg" TargetMode="External"/><Relationship Id="rId5" Type="http://schemas.openxmlformats.org/officeDocument/2006/relationships/hyperlink" Target="https://commons.wikimedia.org/wiki/File:Barnsley_fern_1024x1024.png" TargetMode="External"/><Relationship Id="rId6" Type="http://schemas.openxmlformats.org/officeDocument/2006/relationships/hyperlink" Target="https://commons.wikimedia.org/wiki/File:Apophysis_3D_fractal_ball.jpg" TargetMode="External"/><Relationship Id="rId7" Type="http://schemas.openxmlformats.org/officeDocument/2006/relationships/hyperlink" Target="https://commons.wikimedia.org/wiki/File:Newton_Root-finding_25K_20200512.png" TargetMode="External"/><Relationship Id="rId8" Type="http://schemas.openxmlformats.org/officeDocument/2006/relationships/hyperlink" Target="https://commons.wikimedia.org/wiki/File:Mandel_zoom_08_satellite_antenna.jpg" TargetMode="External"/><Relationship Id="rId9" Type="http://schemas.openxmlformats.org/officeDocument/2006/relationships/hyperlink" Target="https://commons.wikimedia.org/wiki/File:Power_8_mandelbulb_fractal_overview.jpg" TargetMode="External"/><Relationship Id="rId10" Type="http://schemas.openxmlformats.org/officeDocument/2006/relationships/hyperlink" Target="https://commons.wikimedia.org/wiki/File:The_Kiss_-_Gustav_Klimt_-_Google_Cultural_Institute.jpg" TargetMode="External"/><Relationship Id="rId11" Type="http://schemas.openxmlformats.org/officeDocument/2006/relationships/hyperlink" Target="https://commons.wikimedia.org/wiki/File:Renoir,_Pierre-Auguste_-_Dance_at_Le_Moulin_de_la_Galette,_1876.jpg" TargetMode="External"/><Relationship Id="rId12" Type="http://schemas.openxmlformats.org/officeDocument/2006/relationships/hyperlink" Target="https://commons.wikimedia.org/wiki/File:Joean_Honor%C3%A9_Fragonard_-_The_Swing.jpg" TargetMode="External"/><Relationship Id="rId13" Type="http://schemas.openxmlformats.org/officeDocument/2006/relationships/hyperlink" Target="https://commons.wikimedia.org/wiki/File:Francesco_Hayez_008.jpg" TargetMode="External"/><Relationship Id="rId14" Type="http://schemas.openxmlformats.org/officeDocument/2006/relationships/hyperlink" Target="https://commons.wikimedia.org/wiki/File:Dance-At-Bougival.jpg" TargetMode="External"/><Relationship Id="rId15" Type="http://schemas.openxmlformats.org/officeDocument/2006/relationships/hyperlink" Target="https://commons.wikimedia.org/wiki/File:Preparatory_design_-_Klimt_-_Stoclet_Palace.jpg" TargetMode="External"/><Relationship Id="rId16" Type="http://schemas.openxmlformats.org/officeDocument/2006/relationships/hyperlink" Target="https://commons.wikimedia.org/wiki/File:Flaming_June,_by_Frederic_Lord_Leighton_(1830-1896).jpg" TargetMode="External"/><Relationship Id="rId17" Type="http://schemas.openxmlformats.org/officeDocument/2006/relationships/hyperlink" Target="https://news.samsung.com/global/samsung-art-store-debuts-first-ever-cinematic-collection-for-samsung-tvs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samsung.com/global/samsung-art-store-debuts-first-ever-cinematic-collection-for-samsung-tvs" TargetMode="External"/><Relationship Id="rId2" Type="http://schemas.openxmlformats.org/officeDocument/2006/relationships/hyperlink" Target="https://commons.wikimedia.org/wiki/File:M%C3%A9li%C3%A8s_Trip_to_the_Moon_cannon_still.jpg" TargetMode="External"/><Relationship Id="rId3" Type="http://schemas.openxmlformats.org/officeDocument/2006/relationships/hyperlink" Target="https://commons.wikimedia.org/wiki/File:Boris_Bilinski_(1900-1948)_Plakat_f%C3%BCr_den_Film_Metropolis_(1).jpg" TargetMode="External"/><Relationship Id="rId4" Type="http://schemas.openxmlformats.org/officeDocument/2006/relationships/hyperlink" Target="https://commons.wikimedia.org/wiki/File:Max_Schreck_as_Count_Orlok_in_Nosferatu_%E2%80%93_Eine_Symphonie_des_Grauens_(1922).jpg" TargetMode="External"/><Relationship Id="rId5" Type="http://schemas.openxmlformats.org/officeDocument/2006/relationships/hyperlink" Target="https://commons.wikimedia.org/wiki/File:Chaplin_The_Kid_edit.jpg" TargetMode="External"/><Relationship Id="rId6" Type="http://schemas.openxmlformats.org/officeDocument/2006/relationships/hyperlink" Target="https://news.samsung.com/us/samsung-art-store-launches-exclusive-collection-from-the-art-institute-of-chicago" TargetMode="External"/><Relationship Id="rId7" Type="http://schemas.openxmlformats.org/officeDocument/2006/relationships/hyperlink" Target="https://commons.wikimedia.org/wiki/File:Giuseppe_Arcimboldo_-_Summer_-_Google_Art_Project.jpg" TargetMode="External"/><Relationship Id="rId8" Type="http://schemas.openxmlformats.org/officeDocument/2006/relationships/hyperlink" Target="https://commons.wikimedia.org/wiki/File:Joaqu%C3%ADn_Sorolla_-_Chicos_en_la_playa.jpg" TargetMode="External"/><Relationship Id="rId9" Type="http://schemas.openxmlformats.org/officeDocument/2006/relationships/hyperlink" Target="https://commons.wikimedia.org/wiki/File:Baigneurs_a_Asnieres.jpg" TargetMode="External"/><Relationship Id="rId10" Type="http://schemas.openxmlformats.org/officeDocument/2006/relationships/hyperlink" Target="https://commons.wikimedia.org/wiki/File:Joaqu%C3%ADn_Sorolla_y_Bastida_-_Strolling_along_the_Seashore_-_Google_Art_Project.jpg" TargetMode="External"/><Relationship Id="rId11" Type="http://schemas.openxmlformats.org/officeDocument/2006/relationships/hyperlink" Target="https://commons.wikimedia.org/wiki/File:Claude_Monet_-_Woman_with_a_Parasol_-_Madame_Monet_and_Her_Son_-_Google_Art_Project.jpg" TargetMode="External"/><Relationship Id="rId12" Type="http://schemas.openxmlformats.org/officeDocument/2006/relationships/hyperlink" Target="https://commons.wikimedia.org/wiki/File:Eug%C3%A8ne_Boudin_-_La_plage_%C3%A0_Trouville.jpg" TargetMode="External"/><Relationship Id="rId13" Type="http://schemas.openxmlformats.org/officeDocument/2006/relationships/hyperlink" Target="https://news.samsung.com/us/samsung-art-store-whitney-museum-american-art-debut-new-exclusive-partnership/" TargetMode="External"/><Relationship Id="rId14" Type="http://schemas.openxmlformats.org/officeDocument/2006/relationships/hyperlink" Target="https://commons.wikimedia.org/wiki/File:La_Montagne_Sainte-Victoire_vue_de_la_carri%C3%A8re_Bib%C3%A9mus,_par_Paul_C%C3%A9zanne.jpg" TargetMode="External"/><Relationship Id="rId15" Type="http://schemas.openxmlformats.org/officeDocument/2006/relationships/hyperlink" Target="https://commons.wikimedia.org/wiki/File:Caspar_David_Friedrich_-_Wanderer_above_the_sea_of_fog.jpg" TargetMode="External"/><Relationship Id="rId16" Type="http://schemas.openxmlformats.org/officeDocument/2006/relationships/hyperlink" Target="https://commons.wikimedia.org/wiki/File:John_Constable_-_The_Hay_Wain_(1821).jpg" TargetMode="External"/><Relationship Id="rId17" Type="http://schemas.openxmlformats.org/officeDocument/2006/relationships/hyperlink" Target="https://commons.wikimedia.org/wiki/File:Katsushika_Hokusai,_published_by_Nishimuraya_Yohachi_(Eijud%C5%8D)_-_Fine_Wind,_Clear_Weather_(Gaif%C5%AB_kaisei),_also_known_as_Red_Fuji,_from_the_series_Thirty-six_Views_o..._-_Google_Art_Project_-_Cropped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Henri-Edmond_Cross_-_The_Evening_Air_-_Google_Art_Project.jpg" TargetMode="External"/><Relationship Id="rId2" Type="http://schemas.openxmlformats.org/officeDocument/2006/relationships/hyperlink" Target="https://commons.wikimedia.org/wiki/File:The_Fighting_Temeraire,_JMW_Turner,_National_Gallery.jpg" TargetMode="External"/><Relationship Id="rId3" Type="http://schemas.openxmlformats.org/officeDocument/2006/relationships/hyperlink" Target="https://commons.wikimedia.org/wiki/File:Mary_Cassatt_-_The_Child&apos;s_Bath_-_Google_Art_Project.jpg" TargetMode="External"/><Relationship Id="rId4" Type="http://schemas.openxmlformats.org/officeDocument/2006/relationships/hyperlink" Target="https://commons.wikimedia.org/wiki/File:Frukost_under_stora_bj%C3%B6rken_av_Carl_Larsson_1896.jpg" TargetMode="External"/><Relationship Id="rId5" Type="http://schemas.openxmlformats.org/officeDocument/2006/relationships/hyperlink" Target="https://commons.wikimedia.org/wiki/File:1890_van_Gogh_First_Steps_-_after_Millet_anagoria.JPG" TargetMode="External"/><Relationship Id="rId6" Type="http://schemas.openxmlformats.org/officeDocument/2006/relationships/hyperlink" Target="https://commons.wikimedia.org/wiki/File:Renoir_-_madame-georges-charpentier-and-her-children-1878.jpg!PinterestLarge.jpg" TargetMode="External"/><Relationship Id="rId7" Type="http://schemas.openxmlformats.org/officeDocument/2006/relationships/hyperlink" Target="https://commons.wikimedia.org/wiki/File:Mother_and_Child_(The_Oval_Mirror)_MET_DT2025.jpg" TargetMode="External"/><Relationship Id="rId8" Type="http://schemas.openxmlformats.org/officeDocument/2006/relationships/hyperlink" Target="https://commons.wikimedia.org/wiki/File:P_S_Kr%C3%B8yer_1899_-_Sommeraften_ved_Skagens_strand._Kunstneren_og_hans_hustru.jpg" TargetMode="External"/><Relationship Id="rId9" Type="http://schemas.openxmlformats.org/officeDocument/2006/relationships/hyperlink" Target="https://commons.wikimedia.org/wiki/File:Claude_monet,_il_pranzo,_1873_ca._02.JPG" TargetMode="External"/><Relationship Id="rId10" Type="http://schemas.openxmlformats.org/officeDocument/2006/relationships/hyperlink" Target="https://commons.wikimedia.org/wiki/File:Vincent_Willem_van_Gogh_127.jpg" TargetMode="External"/><Relationship Id="rId11" Type="http://schemas.openxmlformats.org/officeDocument/2006/relationships/hyperlink" Target="https://commons.wikimedia.org/wiki/File:Albrecht_D%C3%BCrer_-_Hare,_1502_-_Google_Art_Project.jpg" TargetMode="External"/><Relationship Id="rId12" Type="http://schemas.openxmlformats.org/officeDocument/2006/relationships/hyperlink" Target="https://commons.wikimedia.org/wiki/File:Vincent_van_Gogh_-_Irises_(1889).jpg" TargetMode="External"/><Relationship Id="rId13" Type="http://schemas.openxmlformats.org/officeDocument/2006/relationships/hyperlink" Target="https://commons.wikimedia.org/wiki/File:Carolina_Parrot_(Audubon).jpg" TargetMode="External"/><Relationship Id="rId14" Type="http://schemas.openxmlformats.org/officeDocument/2006/relationships/hyperlink" Target="https://commons.wikimedia.org/wiki/File:Haeckel_Actiniae.jpg" TargetMode="External"/><Relationship Id="rId15" Type="http://schemas.openxmlformats.org/officeDocument/2006/relationships/hyperlink" Target="https://commons.wikimedia.org/wiki/File:Surprised-Rousseau.jpg" TargetMode="External"/><Relationship Id="rId16" Type="http://schemas.openxmlformats.org/officeDocument/2006/relationships/hyperlink" Target="https://commons.wikimedia.org/wiki/File:Albrecht_D%C3%BCrer_-_The_Large_Piece_of_Turf,_1503_-_Google_Art_Project.jpg" TargetMode="External"/><Relationship Id="rId17" Type="http://schemas.openxmlformats.org/officeDocument/2006/relationships/hyperlink" Target="https://commons.wikimedia.org/wiki/File:011_The_lion_king_Tryggve_in_the_Serengeti_National_Park_Photo_by_Giles_Laurent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001_Humpback_whale_breaching_in_Ballena_Marine_National_Park_Photo_by_Giles_Laurent.jpg" TargetMode="External"/><Relationship Id="rId2" Type="http://schemas.openxmlformats.org/officeDocument/2006/relationships/hyperlink" Target="https://commons.wikimedia.org/wiki/File:Church_of_light.jpg" TargetMode="External"/><Relationship Id="rId3" Type="http://schemas.openxmlformats.org/officeDocument/2006/relationships/hyperlink" Target="https://commons.wikimedia.org/wiki/File:NASA-Apollo8-Dec24-Earthrise.jpg" TargetMode="External"/><Relationship Id="rId4" Type="http://schemas.openxmlformats.org/officeDocument/2006/relationships/hyperlink" Target="https://commons.wikimedia.org/wiki/File:Snow_leopard_portrait-2010-07-09.jpg" TargetMode="External"/><Relationship Id="rId5" Type="http://schemas.openxmlformats.org/officeDocument/2006/relationships/hyperlink" Target="https://commons.wikimedia.org/wiki/File:Coral_reef_fish_swim_above_the_coral_slope.jpg" TargetMode="External"/><Relationship Id="rId6" Type="http://schemas.openxmlformats.org/officeDocument/2006/relationships/hyperlink" Target="https://commons.wikimedia.org/wiki/File:Grand_Canyon_South_Rim_at_Sunset.jpg" TargetMode="External"/><Relationship Id="rId7" Type="http://schemas.openxmlformats.org/officeDocument/2006/relationships/hyperlink" Target="https://news.samsung.com/global/samsung-art-store-welcomes-the-wonderful-world-of-the-moomins-in-new-global-collaboration" TargetMode="External"/><Relationship Id="rId8" Type="http://schemas.openxmlformats.org/officeDocument/2006/relationships/hyperlink" Target="https://news.samsung.com/global/samsung-art-store-welcomes-the-wonderful-world-of-the-moomins-in-new-global-collaboration" TargetMode="External"/><Relationship Id="rId9" Type="http://schemas.openxmlformats.org/officeDocument/2006/relationships/hyperlink" Target="https://news.samsung.com/global/samsung-art-store-welcomes-the-wonderful-world-of-the-moomins-in-new-global-collaboration" TargetMode="External"/><Relationship Id="rId10" Type="http://schemas.openxmlformats.org/officeDocument/2006/relationships/hyperlink" Target="https://news.samsung.com/global/samsung-art-store-brings-disney-pixar-star-wars-and-more-to-screens-in-4k" TargetMode="External"/><Relationship Id="rId11" Type="http://schemas.openxmlformats.org/officeDocument/2006/relationships/hyperlink" Target="https://news.samsung.com/global/samsung-art-store-brings-disney-pixar-star-wars-and-more-to-screens-in-4k" TargetMode="External"/><Relationship Id="rId12" Type="http://schemas.openxmlformats.org/officeDocument/2006/relationships/hyperlink" Target="https://commons.wikimedia.org/wiki/File:HENRI_ROUSSEAU_-_La_Encantadora_de_Serpientes_(Museo_de_Orsay,_Par%C3%ADs,_1907._%C3%93leo_sobre_lienzo,_169_x_189.5_cm).jpg" TargetMode="External"/><Relationship Id="rId13" Type="http://schemas.openxmlformats.org/officeDocument/2006/relationships/hyperlink" Target="https://commons.wikimedia.org/wiki/File:Beatrix-potter-inside-cover-peter_rabbit-transparent.png" TargetMode="External"/><Relationship Id="rId14" Type="http://schemas.openxmlformats.org/officeDocument/2006/relationships/hyperlink" Target="https://commons.wikimedia.org/wiki/File:Alice_par_John_Tenniel_25.png" TargetMode="External"/><Relationship Id="rId15" Type="http://schemas.openxmlformats.org/officeDocument/2006/relationships/hyperlink" Target="https://news.samsung.com/global/samsung-and-musee-dorsay-partner-to-bring-iconic-masterpieces-to-the-frame-tv" TargetMode="External"/><Relationship Id="rId16" Type="http://schemas.openxmlformats.org/officeDocument/2006/relationships/hyperlink" Target="https://news.samsung.com/global/the-samsung-art-store-to-feature-exclusive-highlights-from-the-museum-of-modern-arts-collection" TargetMode="External"/><Relationship Id="rId17" Type="http://schemas.openxmlformats.org/officeDocument/2006/relationships/hyperlink" Target="https://news.samsung.com/us/samsung-art-store-launches-exclusive-collection-from-the-art-institute-of-chicago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1665_Girl_with_a_Pearl_Earring.jpg" TargetMode="External"/><Relationship Id="rId2" Type="http://schemas.openxmlformats.org/officeDocument/2006/relationships/hyperlink" Target="https://commons.wikimedia.org/wiki/File:La_ronda_de_noche,_por_Rembrandt_van_Rijn.jpg" TargetMode="External"/><Relationship Id="rId3" Type="http://schemas.openxmlformats.org/officeDocument/2006/relationships/hyperlink" Target="https://commons.wikimedia.org/wiki/File:Monet_-_Impression,_Sunrise.jpg" TargetMode="External"/><Relationship Id="rId4" Type="http://schemas.openxmlformats.org/officeDocument/2006/relationships/hyperlink" Target="https://commons.wikimedia.org/wiki/File:Vincent_van_Gogh_-_Wheat_Field_with_Cypresses_(National_Gallery_version).jpg" TargetMode="External"/><Relationship Id="rId5" Type="http://schemas.openxmlformats.org/officeDocument/2006/relationships/hyperlink" Target="https://news.samsung.com/global/the-samsung-art-store-to-feature-exclusive-highlights-from-the-museum-of-modern-arts-collection" TargetMode="External"/><Relationship Id="rId6" Type="http://schemas.openxmlformats.org/officeDocument/2006/relationships/hyperlink" Target="https://commons.wikimedia.org/wiki/File:Vilhelm_Hammersh%C3%B8i_(1864-1916)_-_Interior,_Sunlight_on_the_Floor_-_N04509_-_National_Gallery.jpg" TargetMode="External"/><Relationship Id="rId7" Type="http://schemas.openxmlformats.org/officeDocument/2006/relationships/hyperlink" Target="https://commons.wikimedia.org/wiki/File:James_Abbot_McNeill_Whistler_006.jpg" TargetMode="External"/><Relationship Id="rId8" Type="http://schemas.openxmlformats.org/officeDocument/2006/relationships/hyperlink" Target="https://commons.wikimedia.org/wiki/File:Caspar_David_Friedrich_-_Mondaufgang_am_Meer_-_Google_Art_Project.jpg" TargetMode="External"/><Relationship Id="rId9" Type="http://schemas.openxmlformats.org/officeDocument/2006/relationships/hyperlink" Target="https://commons.wikimedia.org/wiki/File:Water-Lilies-and-Japanese-Bridge-(1897-1899)-Monet.jpg" TargetMode="External"/><Relationship Id="rId10" Type="http://schemas.openxmlformats.org/officeDocument/2006/relationships/hyperlink" Target="https://commons.wikimedia.org/wiki/File:Vilhelm_hammershoi,_hvile_(riposo),_1905.JPG" TargetMode="External"/><Relationship Id="rId11" Type="http://schemas.openxmlformats.org/officeDocument/2006/relationships/hyperlink" Target="https://commons.wikimedia.org/wiki/File:Pieter_Bruegel_the_Elder_-_Hunters_in_the_Snow_(Winter)_-_Google_Art_Project.jpg" TargetMode="External"/><Relationship Id="rId12" Type="http://schemas.openxmlformats.org/officeDocument/2006/relationships/hyperlink" Target="https://commons.wikimedia.org/wiki/File:Claude_Monet_-_The_Magpie_-_Google_Art_Project.jpg" TargetMode="External"/><Relationship Id="rId13" Type="http://schemas.openxmlformats.org/officeDocument/2006/relationships/hyperlink" Target="https://commons.wikimedia.org/wiki/File:%E6%9D%B1%E6%B5%B7%E9%81%93%E4%BA%94%E5%8D%81%E4%B8%89%E6%AC%A1%E4%B9%8B%E5%86%85_%E4%BA%80%E5%B1%B1_%E9%9B%AA%E6%99%B4-Clear_Weather_after_Snow_MET_DP123228.jpg" TargetMode="External"/><Relationship Id="rId14" Type="http://schemas.openxmlformats.org/officeDocument/2006/relationships/hyperlink" Target="https://commons.wikimedia.org/wiki/File:Caspar_David_Friedrich_-_Abtei_im_Eichwald_-_Google_Art_Project.jpg" TargetMode="External"/><Relationship Id="rId15" Type="http://schemas.openxmlformats.org/officeDocument/2006/relationships/hyperlink" Target="https://commons.wikimedia.org/wiki/File:Alfred_Sisley,_La_Neige_%C3%A0_Louveciennes_(cropped).jpg" TargetMode="External"/><Relationship Id="rId16" Type="http://schemas.openxmlformats.org/officeDocument/2006/relationships/hyperlink" Target="https://commons.wikimedia.org/wiki/File:Hendrick_Averkamp_A_Winter_Scene_with_Skaters_near_a_Castle.jpg" TargetMode="External"/><Relationship Id="rId17" Type="http://schemas.openxmlformats.org/officeDocument/2006/relationships/hyperlink" Target="https://commons.wikimedia.org/wiki/File:Gustave_Caillebotte_-_Rooftops_in_the_Snow_(snow_effect)_-_Google_Art_Project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Lange-MigrantMother02.jpg" TargetMode="External"/><Relationship Id="rId2" Type="http://schemas.openxmlformats.org/officeDocument/2006/relationships/hyperlink" Target="https://commons.wikimedia.org/wiki/File:Adams_The_Tetons_and_the_Snake_River.jpg" TargetMode="External"/><Relationship Id="rId3" Type="http://schemas.openxmlformats.org/officeDocument/2006/relationships/hyperlink" Target="https://commons.wikimedia.org/wiki/File:Alfred_Stieglitz_-_The_Steerage_-_Google_Art_Project,_from_Getty.jpg" TargetMode="External"/><Relationship Id="rId4" Type="http://schemas.openxmlformats.org/officeDocument/2006/relationships/hyperlink" Target="https://commons.wikimedia.org/wiki/File:Steichen_flatiron.jpg" TargetMode="External"/><Relationship Id="rId5" Type="http://schemas.openxmlformats.org/officeDocument/2006/relationships/hyperlink" Target="https://commons.wikimedia.org/wiki/File:The_Earth_seen_from_Apollo_17.jpg" TargetMode="External"/><Relationship Id="rId6" Type="http://schemas.openxmlformats.org/officeDocument/2006/relationships/hyperlink" Target="https://commons.wikimedia.org/wiki/File:Lunch_atop_a_Skyscraper_-_Charles_Clyde_Ebbets.jpg" TargetMode="External"/><Relationship Id="rId7" Type="http://schemas.openxmlformats.org/officeDocument/2006/relationships/hyperlink" Target="https://commons.wikimedia.org/wiki/File:The_&apos;Endurance&apos;,_The_pink_glow_of_the_rising_sun_shining_on_a_pressure_ridge,_1915_-_photographed_by_Frank_Hurley_(3534602329).jpg" TargetMode="External"/><Relationship Id="rId8" Type="http://schemas.openxmlformats.org/officeDocument/2006/relationships/hyperlink" Target="https://news.samsung.com/global/art-basel-in-basel-2026-samsung-art-tv-brings-personal-curation-to-the-center-of-the-art-world" TargetMode="External"/><Relationship Id="rId9" Type="http://schemas.openxmlformats.org/officeDocument/2006/relationships/hyperlink" Target="https://commons.wikimedia.org/wiki/File:Mucha-job.jpg" TargetMode="External"/><Relationship Id="rId10" Type="http://schemas.openxmlformats.org/officeDocument/2006/relationships/hyperlink" Target="https://commons.wikimedia.org/wiki/File:Cheret,_Jules_-_La_Loie_Fuller_(pl_73).jpg" TargetMode="External"/><Relationship Id="rId11" Type="http://schemas.openxmlformats.org/officeDocument/2006/relationships/hyperlink" Target="https://commons.wikimedia.org/wiki/File:Th%C3%A9ophile-Alexandre_Steinlen_-_Tourn%C3%A9e_du_Chat_Noir_de_Rodolphe_Salis_(Tour_of_Rodolphe_Salis&apos;_Chat_Noir)_-_Google_Art_Project.jpg" TargetMode="External"/><Relationship Id="rId12" Type="http://schemas.openxmlformats.org/officeDocument/2006/relationships/hyperlink" Target="https://commons.wikimedia.org/wiki/File:(Albi)_Le_Divan_japonais_1893_lithographie_-_Toulouse-Lautrec_MTH.A3.jpg" TargetMode="External"/><Relationship Id="rId13" Type="http://schemas.openxmlformats.org/officeDocument/2006/relationships/hyperlink" Target="https://commons.wikimedia.org/wiki/File:(Albi)_Mieux_vaut_laver_son_linge_chez_soi!_-_Leonetto_Cappiello_1898.jpg" TargetMode="External"/><Relationship Id="rId14" Type="http://schemas.openxmlformats.org/officeDocument/2006/relationships/hyperlink" Target="https://news.samsung.com/global/samsung-art-store-partners-with-san-francisco-museum-of-modern-art-to-bring-modern-masters-to-homes-worldwide" TargetMode="External"/><Relationship Id="rId15" Type="http://schemas.openxmlformats.org/officeDocument/2006/relationships/hyperlink" Target="https://commons.wikimedia.org/wiki/File:Mona_Lisa,_by_Leonardo_da_Vinci,_from_C2RMF_retouched.jpg" TargetMode="External"/><Relationship Id="rId16" Type="http://schemas.openxmlformats.org/officeDocument/2006/relationships/hyperlink" Target="https://commons.wikimedia.org/wiki/File:Vincent_van_Gogh_-_Self-Portrait_-_Google_Art_Project.jpg" TargetMode="External"/><Relationship Id="rId17" Type="http://schemas.openxmlformats.org/officeDocument/2006/relationships/hyperlink" Target="https://commons.wikimedia.org/wiki/File:Gustav_Klimt,_1907,_Adele_Bloch-Bauer_I,_Neue_Galerie_New_York.jpg" TargetMode="External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Madame_X_(Madame_Pierre_Gautreau),_John_Singer_Sargent,_1884_(unfree_frame_crop).jpg" TargetMode="External"/><Relationship Id="rId2" Type="http://schemas.openxmlformats.org/officeDocument/2006/relationships/hyperlink" Target="https://commons.wikimedia.org/wiki/File:Whistlers_Mother_high_res.jpg" TargetMode="External"/><Relationship Id="rId3" Type="http://schemas.openxmlformats.org/officeDocument/2006/relationships/hyperlink" Target="https://commons.wikimedia.org/wiki/File:Rembrandt_van_Rijn_-_Self-Portrait_-_Google_Art_Project.jpg" TargetMode="External"/><Relationship Id="rId4" Type="http://schemas.openxmlformats.org/officeDocument/2006/relationships/hyperlink" Target="https://news.samsung.com/global/samsung-partners-with-kunsthistorisches-museum-in-vienna-to-bring-austrian-masterpieces-to-samsung-art-store" TargetMode="External"/><Relationship Id="rId5" Type="http://schemas.openxmlformats.org/officeDocument/2006/relationships/hyperlink" Target="https://commons.wikimedia.org/wiki/File:Ca&apos;_Rezzonico_-_Canal_Grande_da_Palazzo_Balbi_a_Rialto_C.1722_-_Canaletto.jpg" TargetMode="External"/><Relationship Id="rId6" Type="http://schemas.openxmlformats.org/officeDocument/2006/relationships/hyperlink" Target="https://commons.wikimedia.org/wiki/File:T%C5%8Dkaid%C3%B4_goj%C5%ABsan_tsugi_saiken_zu&apos;e,_Nihonbashi_by_Hiroshige.jpg" TargetMode="External"/><Relationship Id="rId7" Type="http://schemas.openxmlformats.org/officeDocument/2006/relationships/hyperlink" Target="https://commons.wikimedia.org/wiki/File:Vincent-van-gogh-cafe-terrace-on-the-place-du-forum-arles-at-night-the.jpg" TargetMode="External"/><Relationship Id="rId8" Type="http://schemas.openxmlformats.org/officeDocument/2006/relationships/hyperlink" Target="https://commons.wikimedia.org/wiki/File:Monet_w1604.jpg" TargetMode="External"/><Relationship Id="rId9" Type="http://schemas.openxmlformats.org/officeDocument/2006/relationships/hyperlink" Target="https://commons.wikimedia.org/wiki/File:Flickr_-_%E2%80%A6trialsanderrors_-_Marseille,_travel_poster_for_PLM,_ca._1930.jpg" TargetMode="Externa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/>
          <p:cNvSpPr txBox="1"/>
          <p:nvPr/>
        </p:nvSpPr>
        <p:spPr>
          <a:xfrm>
            <a:off x="548640" y="141732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6400" dirty="0" b="1">
                <a:solidFill>
                  <a:schemeClr val="tx1"/>
                </a:solidFill>
              </a:rPr>
              <a:t>The Frame</a:t>
            </a:r>
            <a:endParaRPr lang="ko-KR" altLang="en-US" sz="6400" dirty="0"/>
          </a:p>
          <a:p>
            <a:pPr indent="0" marL="0">
              <a:buNone/>
            </a:pPr>
            <a:r>
              <a:rPr lang="ko-KR" altLang="en-US" sz="6400" dirty="0" b="1">
                <a:solidFill>
                  <a:schemeClr val="tx1"/>
                </a:solidFill>
              </a:rPr>
              <a:t>Art Library</a:t>
            </a:r>
            <a:endParaRPr lang="ko-KR" altLang="en-US" sz="6400" dirty="0"/>
          </a:p>
        </p:txBody>
      </p:sp>
      <p:sp>
        <p:nvSpPr>
          <p:cNvPr id="3" name="cover-sub"/>
          <p:cNvSpPr txBox="1"/>
          <p:nvPr/>
        </p:nvSpPr>
        <p:spPr>
          <a:xfrm>
            <a:off x="548640" y="3611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dirty="0">
                <a:solidFill>
                  <a:schemeClr val="tx1"/>
                </a:solidFill>
              </a:rPr>
              <a:t>기본 Library 필터별 샘플</a:t>
            </a:r>
            <a:endParaRPr lang="ko-KR" altLang="en-US" sz="2400" dirty="0"/>
          </a:p>
        </p:txBody>
      </p:sp>
      <p:sp>
        <p:nvSpPr>
          <p:cNvPr id="4" name="cover-desc"/>
          <p:cNvSpPr txBox="1"/>
          <p:nvPr/>
        </p:nvSpPr>
        <p:spPr>
          <a:xfrm>
            <a:off x="548640" y="4114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chemeClr val="accent6"/>
                </a:solidFill>
              </a:rPr>
              <a:t>카테고리별로 어떤 느낌의 아트가 있는지 이미지로 보는 디자이너 참고용 장표</a:t>
            </a:r>
            <a:endParaRPr lang="ko-KR" altLang="en-US" sz="1300" dirty="0"/>
          </a:p>
        </p:txBody>
      </p:sp>
      <p:sp>
        <p:nvSpPr>
          <p:cNvPr id="5" name="pill-1"/>
          <p:cNvSpPr/>
          <p:nvPr/>
        </p:nvSpPr>
        <p:spPr>
          <a:xfrm>
            <a:off x="548640" y="4983480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ill-text-2"/>
          <p:cNvSpPr txBox="1"/>
          <p:nvPr/>
        </p:nvSpPr>
        <p:spPr>
          <a:xfrm>
            <a:off x="548640" y="49834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21개 필터</a:t>
            </a:r>
            <a:endParaRPr lang="ko-KR" altLang="en-US" sz="1100" dirty="0"/>
          </a:p>
        </p:txBody>
      </p:sp>
      <p:sp>
        <p:nvSpPr>
          <p:cNvPr id="7" name="pill-3"/>
          <p:cNvSpPr/>
          <p:nvPr/>
        </p:nvSpPr>
        <p:spPr>
          <a:xfrm>
            <a:off x="1874520" y="498348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ill-text-4"/>
          <p:cNvSpPr txBox="1"/>
          <p:nvPr/>
        </p:nvSpPr>
        <p:spPr>
          <a:xfrm>
            <a:off x="1874520" y="4983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145점</a:t>
            </a:r>
            <a:endParaRPr lang="ko-KR" altLang="en-US" sz="1100" dirty="0"/>
          </a:p>
        </p:txBody>
      </p:sp>
      <p:sp>
        <p:nvSpPr>
          <p:cNvPr id="9" name="pill-5"/>
          <p:cNvSpPr/>
          <p:nvPr/>
        </p:nvSpPr>
        <p:spPr>
          <a:xfrm>
            <a:off x="2834640" y="498348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ill-text-6"/>
          <p:cNvSpPr txBox="1"/>
          <p:nvPr/>
        </p:nvSpPr>
        <p:spPr>
          <a:xfrm>
            <a:off x="2834640" y="4983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내부 참고용</a:t>
            </a:r>
            <a:endParaRPr lang="ko-KR" altLang="en-US" sz="1100" dirty="0"/>
          </a:p>
        </p:txBody>
      </p:sp>
      <p:sp>
        <p:nvSpPr>
          <p:cNvPr id="11" name="cover-card"/>
          <p:cNvSpPr/>
          <p:nvPr/>
        </p:nvSpPr>
        <p:spPr>
          <a:xfrm>
            <a:off x="6903720" y="868680"/>
            <a:ext cx="4736592" cy="5303520"/>
          </a:xfrm>
          <a:prstGeom prst="roundRect">
            <a:avLst>
              <a:gd name="adj" fmla="val 57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cover-img-7" descr="Composition VII · Wassily Kandinsk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1143000"/>
            <a:ext cx="2048256" cy="1481328"/>
          </a:xfrm>
          <a:prstGeom prst="rect">
            <a:avLst/>
          </a:prstGeom>
        </p:spPr>
      </p:pic>
      <p:pic>
        <p:nvPicPr>
          <p:cNvPr id="13" name="cover-img-8" descr="The Starry Night (The Frame 화면) · Vincent van Gog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17736" y="1143000"/>
            <a:ext cx="2048256" cy="1481328"/>
          </a:xfrm>
          <a:prstGeom prst="rect">
            <a:avLst/>
          </a:prstGeom>
        </p:spPr>
      </p:pic>
      <p:pic>
        <p:nvPicPr>
          <p:cNvPr id="14" name="cover-img-9" descr="The Great Wave off Kanagawa · Katsushika Hokusai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78040" y="2715768"/>
            <a:ext cx="2048256" cy="1481328"/>
          </a:xfrm>
          <a:prstGeom prst="rect">
            <a:avLst/>
          </a:prstGeom>
        </p:spPr>
      </p:pic>
      <p:pic>
        <p:nvPicPr>
          <p:cNvPr id="15" name="cover-img-10" descr="The Kiss · Gustav Klim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17736" y="2715768"/>
            <a:ext cx="2048256" cy="1481328"/>
          </a:xfrm>
          <a:prstGeom prst="rect">
            <a:avLst/>
          </a:prstGeom>
        </p:spPr>
      </p:pic>
      <p:pic>
        <p:nvPicPr>
          <p:cNvPr id="16" name="cover-img-11" descr="Earthrise · William Anders (NASA)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78040" y="4288536"/>
            <a:ext cx="2048256" cy="1481328"/>
          </a:xfrm>
          <a:prstGeom prst="rect">
            <a:avLst/>
          </a:prstGeom>
        </p:spPr>
      </p:pic>
      <p:pic>
        <p:nvPicPr>
          <p:cNvPr id="17" name="cover-img-12" descr="Tournée du Chat Noir · Théophile-Alexandre Steinlen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317736" y="4288536"/>
            <a:ext cx="2048256" cy="1481328"/>
          </a:xfrm>
          <a:prstGeom prst="rect">
            <a:avLst/>
          </a:prstGeom>
        </p:spPr>
      </p:pic>
      <p:sp>
        <p:nvSpPr>
          <p:cNvPr id="18" name="cover-credit"/>
          <p:cNvSpPr txBox="1"/>
          <p:nvPr/>
        </p:nvSpPr>
        <p:spPr>
          <a:xfrm>
            <a:off x="7178040" y="5760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accent5"/>
                </a:solidFill>
              </a:rPr>
              <a:t>© 각 이미지 출처·라이선스는 부록 참고</a:t>
            </a:r>
            <a:endParaRPr lang="ko-KR" altLang="en-US" sz="900" dirty="0"/>
          </a:p>
        </p:txBody>
      </p:sp>
      <p:sp>
        <p:nvSpPr>
          <p:cNvPr id="19" name="ast-13"/>
          <p:cNvSpPr/>
          <p:nvPr/>
        </p:nvSpPr>
        <p:spPr>
          <a:xfrm>
            <a:off x="548640" y="5715000"/>
            <a:ext cx="502920" cy="502920"/>
          </a:xfrm>
          <a:prstGeom prst="roundRect">
            <a:avLst>
              <a:gd name="adj" fmla="val 1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ast-text-14"/>
          <p:cNvSpPr txBox="1"/>
          <p:nvPr/>
        </p:nvSpPr>
        <p:spPr>
          <a:xfrm>
            <a:off x="548640" y="575523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300" b="1" dirty="0">
                <a:solidFill>
                  <a:schemeClr val="bg1"/>
                </a:solidFill>
              </a:rPr>
              <a:t>*</a:t>
            </a:r>
            <a:endParaRPr lang="ko-KR" altLang="en-US" sz="3300" dirty="0"/>
          </a:p>
        </p:txBody>
      </p:sp>
      <p:sp>
        <p:nvSpPr>
          <p:cNvPr id="21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ko-KR" alt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1</a:t>
            </a:fld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필터 21개 · 이미지 구분</a:t>
            </a:r>
            <a:endParaRPr lang="ko-KR" altLang="en-US" sz="4000" dirty="0"/>
          </a:p>
        </p:txBody>
      </p:sp>
      <p:sp>
        <p:nvSpPr>
          <p:cNvPr id="3" name="f-card-15"/>
          <p:cNvSpPr/>
          <p:nvPr/>
        </p:nvSpPr>
        <p:spPr>
          <a:xfrm>
            <a:off x="548640" y="182880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-num-16"/>
          <p:cNvSpPr txBox="1"/>
          <p:nvPr/>
        </p:nvSpPr>
        <p:spPr>
          <a:xfrm>
            <a:off x="68580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01</a:t>
            </a:r>
            <a:endParaRPr lang="ko-KR" altLang="en-US" sz="1000" dirty="0"/>
          </a:p>
        </p:txBody>
      </p:sp>
      <p:sp>
        <p:nvSpPr>
          <p:cNvPr id="5" name="f-name-17"/>
          <p:cNvSpPr txBox="1"/>
          <p:nvPr/>
        </p:nvSpPr>
        <p:spPr>
          <a:xfrm>
            <a:off x="1051560" y="18288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Abstract</a:t>
            </a:r>
            <a:endParaRPr lang="ko-KR" altLang="en-US" sz="1200" dirty="0"/>
          </a:p>
        </p:txBody>
      </p:sp>
      <p:sp>
        <p:nvSpPr>
          <p:cNvPr id="6" name="f-cnt-18"/>
          <p:cNvSpPr txBox="1"/>
          <p:nvPr/>
        </p:nvSpPr>
        <p:spPr>
          <a:xfrm>
            <a:off x="2267712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8</a:t>
            </a:r>
            <a:endParaRPr lang="ko-KR" altLang="en-US" sz="1100" dirty="0"/>
          </a:p>
        </p:txBody>
      </p:sp>
      <p:sp>
        <p:nvSpPr>
          <p:cNvPr id="7" name="f-card-19"/>
          <p:cNvSpPr/>
          <p:nvPr/>
        </p:nvSpPr>
        <p:spPr>
          <a:xfrm>
            <a:off x="2834640" y="182880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-num-20"/>
          <p:cNvSpPr txBox="1"/>
          <p:nvPr/>
        </p:nvSpPr>
        <p:spPr>
          <a:xfrm>
            <a:off x="297180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02</a:t>
            </a:r>
            <a:endParaRPr lang="ko-KR" altLang="en-US" sz="1000" dirty="0"/>
          </a:p>
        </p:txBody>
      </p:sp>
      <p:sp>
        <p:nvSpPr>
          <p:cNvPr id="9" name="f-name-21"/>
          <p:cNvSpPr txBox="1"/>
          <p:nvPr/>
        </p:nvSpPr>
        <p:spPr>
          <a:xfrm>
            <a:off x="3337560" y="18288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Action</a:t>
            </a:r>
            <a:endParaRPr lang="ko-KR" altLang="en-US" sz="1200" dirty="0"/>
          </a:p>
        </p:txBody>
      </p:sp>
      <p:sp>
        <p:nvSpPr>
          <p:cNvPr id="10" name="f-cnt-22"/>
          <p:cNvSpPr txBox="1"/>
          <p:nvPr/>
        </p:nvSpPr>
        <p:spPr>
          <a:xfrm>
            <a:off x="4553712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11" name="f-card-23"/>
          <p:cNvSpPr/>
          <p:nvPr/>
        </p:nvSpPr>
        <p:spPr>
          <a:xfrm>
            <a:off x="5120640" y="182880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-num-24"/>
          <p:cNvSpPr txBox="1"/>
          <p:nvPr/>
        </p:nvSpPr>
        <p:spPr>
          <a:xfrm>
            <a:off x="525780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03</a:t>
            </a:r>
            <a:endParaRPr lang="ko-KR" altLang="en-US" sz="1000" dirty="0"/>
          </a:p>
        </p:txBody>
      </p:sp>
      <p:sp>
        <p:nvSpPr>
          <p:cNvPr id="13" name="f-name-25"/>
          <p:cNvSpPr txBox="1"/>
          <p:nvPr/>
        </p:nvSpPr>
        <p:spPr>
          <a:xfrm>
            <a:off x="5623560" y="18288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Best of Spring</a:t>
            </a:r>
            <a:endParaRPr lang="ko-KR" altLang="en-US" sz="1200" dirty="0"/>
          </a:p>
        </p:txBody>
      </p:sp>
      <p:sp>
        <p:nvSpPr>
          <p:cNvPr id="14" name="f-cnt-26"/>
          <p:cNvSpPr txBox="1"/>
          <p:nvPr/>
        </p:nvSpPr>
        <p:spPr>
          <a:xfrm>
            <a:off x="6839712" y="18288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15" name="f-card-27"/>
          <p:cNvSpPr/>
          <p:nvPr/>
        </p:nvSpPr>
        <p:spPr>
          <a:xfrm>
            <a:off x="548640" y="246888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-num-28"/>
          <p:cNvSpPr txBox="1"/>
          <p:nvPr/>
        </p:nvSpPr>
        <p:spPr>
          <a:xfrm>
            <a:off x="68580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04</a:t>
            </a:r>
            <a:endParaRPr lang="ko-KR" altLang="en-US" sz="1000" dirty="0"/>
          </a:p>
        </p:txBody>
      </p:sp>
      <p:sp>
        <p:nvSpPr>
          <p:cNvPr id="17" name="f-name-29"/>
          <p:cNvSpPr txBox="1"/>
          <p:nvPr/>
        </p:nvSpPr>
        <p:spPr>
          <a:xfrm>
            <a:off x="1051560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Classic</a:t>
            </a:r>
            <a:endParaRPr lang="ko-KR" altLang="en-US" sz="1200" dirty="0"/>
          </a:p>
        </p:txBody>
      </p:sp>
      <p:sp>
        <p:nvSpPr>
          <p:cNvPr id="18" name="f-cnt-30"/>
          <p:cNvSpPr txBox="1"/>
          <p:nvPr/>
        </p:nvSpPr>
        <p:spPr>
          <a:xfrm>
            <a:off x="2267712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19" name="f-card-31"/>
          <p:cNvSpPr/>
          <p:nvPr/>
        </p:nvSpPr>
        <p:spPr>
          <a:xfrm>
            <a:off x="2834640" y="246888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-num-32"/>
          <p:cNvSpPr txBox="1"/>
          <p:nvPr/>
        </p:nvSpPr>
        <p:spPr>
          <a:xfrm>
            <a:off x="297180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05</a:t>
            </a:r>
            <a:endParaRPr lang="ko-KR" altLang="en-US" sz="1000" dirty="0"/>
          </a:p>
        </p:txBody>
      </p:sp>
      <p:sp>
        <p:nvSpPr>
          <p:cNvPr id="21" name="f-name-33"/>
          <p:cNvSpPr txBox="1"/>
          <p:nvPr/>
        </p:nvSpPr>
        <p:spPr>
          <a:xfrm>
            <a:off x="3337560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Contemporary</a:t>
            </a:r>
            <a:endParaRPr lang="ko-KR" altLang="en-US" sz="1200" dirty="0"/>
          </a:p>
        </p:txBody>
      </p:sp>
      <p:sp>
        <p:nvSpPr>
          <p:cNvPr id="22" name="f-cnt-34"/>
          <p:cNvSpPr txBox="1"/>
          <p:nvPr/>
        </p:nvSpPr>
        <p:spPr>
          <a:xfrm>
            <a:off x="4553712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23" name="f-card-35"/>
          <p:cNvSpPr/>
          <p:nvPr/>
        </p:nvSpPr>
        <p:spPr>
          <a:xfrm>
            <a:off x="5120640" y="246888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-num-36"/>
          <p:cNvSpPr txBox="1"/>
          <p:nvPr/>
        </p:nvSpPr>
        <p:spPr>
          <a:xfrm>
            <a:off x="525780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06</a:t>
            </a:r>
            <a:endParaRPr lang="ko-KR" altLang="en-US" sz="1000" dirty="0"/>
          </a:p>
        </p:txBody>
      </p:sp>
      <p:sp>
        <p:nvSpPr>
          <p:cNvPr id="25" name="f-name-37"/>
          <p:cNvSpPr txBox="1"/>
          <p:nvPr/>
        </p:nvSpPr>
        <p:spPr>
          <a:xfrm>
            <a:off x="5623560" y="24688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Digital Art</a:t>
            </a:r>
            <a:endParaRPr lang="ko-KR" altLang="en-US" sz="1200" dirty="0"/>
          </a:p>
        </p:txBody>
      </p:sp>
      <p:sp>
        <p:nvSpPr>
          <p:cNvPr id="26" name="f-cnt-38"/>
          <p:cNvSpPr txBox="1"/>
          <p:nvPr/>
        </p:nvSpPr>
        <p:spPr>
          <a:xfrm>
            <a:off x="6839712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27" name="f-card-39"/>
          <p:cNvSpPr/>
          <p:nvPr/>
        </p:nvSpPr>
        <p:spPr>
          <a:xfrm>
            <a:off x="548640" y="310896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f-num-40"/>
          <p:cNvSpPr txBox="1"/>
          <p:nvPr/>
        </p:nvSpPr>
        <p:spPr>
          <a:xfrm>
            <a:off x="6858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07</a:t>
            </a:r>
            <a:endParaRPr lang="ko-KR" altLang="en-US" sz="1000" dirty="0"/>
          </a:p>
        </p:txBody>
      </p:sp>
      <p:sp>
        <p:nvSpPr>
          <p:cNvPr id="29" name="f-name-41"/>
          <p:cNvSpPr txBox="1"/>
          <p:nvPr/>
        </p:nvSpPr>
        <p:spPr>
          <a:xfrm>
            <a:off x="1051560" y="31089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Fall in love</a:t>
            </a:r>
            <a:endParaRPr lang="ko-KR" altLang="en-US" sz="1200" dirty="0"/>
          </a:p>
        </p:txBody>
      </p:sp>
      <p:sp>
        <p:nvSpPr>
          <p:cNvPr id="30" name="f-cnt-42"/>
          <p:cNvSpPr txBox="1"/>
          <p:nvPr/>
        </p:nvSpPr>
        <p:spPr>
          <a:xfrm>
            <a:off x="2267712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31" name="f-card-43"/>
          <p:cNvSpPr/>
          <p:nvPr/>
        </p:nvSpPr>
        <p:spPr>
          <a:xfrm>
            <a:off x="2834640" y="310896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f-num-44"/>
          <p:cNvSpPr txBox="1"/>
          <p:nvPr/>
        </p:nvSpPr>
        <p:spPr>
          <a:xfrm>
            <a:off x="29718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08</a:t>
            </a:r>
            <a:endParaRPr lang="ko-KR" altLang="en-US" sz="1000" dirty="0"/>
          </a:p>
        </p:txBody>
      </p:sp>
      <p:sp>
        <p:nvSpPr>
          <p:cNvPr id="33" name="f-name-45"/>
          <p:cNvSpPr txBox="1"/>
          <p:nvPr/>
        </p:nvSpPr>
        <p:spPr>
          <a:xfrm>
            <a:off x="3337560" y="31089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Film</a:t>
            </a:r>
            <a:endParaRPr lang="ko-KR" altLang="en-US" sz="1200" dirty="0"/>
          </a:p>
        </p:txBody>
      </p:sp>
      <p:sp>
        <p:nvSpPr>
          <p:cNvPr id="34" name="f-cnt-46"/>
          <p:cNvSpPr txBox="1"/>
          <p:nvPr/>
        </p:nvSpPr>
        <p:spPr>
          <a:xfrm>
            <a:off x="4553712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35" name="f-card-47"/>
          <p:cNvSpPr/>
          <p:nvPr/>
        </p:nvSpPr>
        <p:spPr>
          <a:xfrm>
            <a:off x="5120640" y="310896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f-num-48"/>
          <p:cNvSpPr txBox="1"/>
          <p:nvPr/>
        </p:nvSpPr>
        <p:spPr>
          <a:xfrm>
            <a:off x="525780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09</a:t>
            </a:r>
            <a:endParaRPr lang="ko-KR" altLang="en-US" sz="1000" dirty="0"/>
          </a:p>
        </p:txBody>
      </p:sp>
      <p:sp>
        <p:nvSpPr>
          <p:cNvPr id="37" name="f-name-49"/>
          <p:cNvSpPr txBox="1"/>
          <p:nvPr/>
        </p:nvSpPr>
        <p:spPr>
          <a:xfrm>
            <a:off x="5623560" y="310896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Hello Summer</a:t>
            </a:r>
            <a:endParaRPr lang="ko-KR" altLang="en-US" sz="1200" dirty="0"/>
          </a:p>
        </p:txBody>
      </p:sp>
      <p:sp>
        <p:nvSpPr>
          <p:cNvPr id="38" name="f-cnt-50"/>
          <p:cNvSpPr txBox="1"/>
          <p:nvPr/>
        </p:nvSpPr>
        <p:spPr>
          <a:xfrm>
            <a:off x="6839712" y="3108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39" name="f-card-51"/>
          <p:cNvSpPr/>
          <p:nvPr/>
        </p:nvSpPr>
        <p:spPr>
          <a:xfrm>
            <a:off x="548640" y="374904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f-num-52"/>
          <p:cNvSpPr txBox="1"/>
          <p:nvPr/>
        </p:nvSpPr>
        <p:spPr>
          <a:xfrm>
            <a:off x="68580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10</a:t>
            </a:r>
            <a:endParaRPr lang="ko-KR" altLang="en-US" sz="1000" dirty="0"/>
          </a:p>
        </p:txBody>
      </p:sp>
      <p:sp>
        <p:nvSpPr>
          <p:cNvPr id="41" name="f-name-53"/>
          <p:cNvSpPr txBox="1"/>
          <p:nvPr/>
        </p:nvSpPr>
        <p:spPr>
          <a:xfrm>
            <a:off x="1051560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Landscape</a:t>
            </a:r>
            <a:endParaRPr lang="ko-KR" altLang="en-US" sz="1200" dirty="0"/>
          </a:p>
        </p:txBody>
      </p:sp>
      <p:sp>
        <p:nvSpPr>
          <p:cNvPr id="42" name="f-cnt-54"/>
          <p:cNvSpPr txBox="1"/>
          <p:nvPr/>
        </p:nvSpPr>
        <p:spPr>
          <a:xfrm>
            <a:off x="2267712" y="3749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43" name="f-card-55"/>
          <p:cNvSpPr/>
          <p:nvPr/>
        </p:nvSpPr>
        <p:spPr>
          <a:xfrm>
            <a:off x="2834640" y="374904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f-num-56"/>
          <p:cNvSpPr txBox="1"/>
          <p:nvPr/>
        </p:nvSpPr>
        <p:spPr>
          <a:xfrm>
            <a:off x="297180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11</a:t>
            </a:r>
            <a:endParaRPr lang="ko-KR" altLang="en-US" sz="1000" dirty="0"/>
          </a:p>
        </p:txBody>
      </p:sp>
      <p:sp>
        <p:nvSpPr>
          <p:cNvPr id="45" name="f-name-57"/>
          <p:cNvSpPr txBox="1"/>
          <p:nvPr/>
        </p:nvSpPr>
        <p:spPr>
          <a:xfrm>
            <a:off x="3337560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Family</a:t>
            </a:r>
            <a:endParaRPr lang="ko-KR" altLang="en-US" sz="1200" dirty="0"/>
          </a:p>
        </p:txBody>
      </p:sp>
      <p:sp>
        <p:nvSpPr>
          <p:cNvPr id="46" name="f-cnt-58"/>
          <p:cNvSpPr txBox="1"/>
          <p:nvPr/>
        </p:nvSpPr>
        <p:spPr>
          <a:xfrm>
            <a:off x="4553712" y="3749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47" name="f-card-59"/>
          <p:cNvSpPr/>
          <p:nvPr/>
        </p:nvSpPr>
        <p:spPr>
          <a:xfrm>
            <a:off x="5120640" y="374904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f-num-60"/>
          <p:cNvSpPr txBox="1"/>
          <p:nvPr/>
        </p:nvSpPr>
        <p:spPr>
          <a:xfrm>
            <a:off x="525780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12</a:t>
            </a:r>
            <a:endParaRPr lang="ko-KR" altLang="en-US" sz="1000" dirty="0"/>
          </a:p>
        </p:txBody>
      </p:sp>
      <p:sp>
        <p:nvSpPr>
          <p:cNvPr id="49" name="f-name-61"/>
          <p:cNvSpPr txBox="1"/>
          <p:nvPr/>
        </p:nvSpPr>
        <p:spPr>
          <a:xfrm>
            <a:off x="5623560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Nature</a:t>
            </a:r>
            <a:endParaRPr lang="ko-KR" altLang="en-US" sz="1200" dirty="0"/>
          </a:p>
        </p:txBody>
      </p:sp>
      <p:sp>
        <p:nvSpPr>
          <p:cNvPr id="50" name="f-cnt-62"/>
          <p:cNvSpPr txBox="1"/>
          <p:nvPr/>
        </p:nvSpPr>
        <p:spPr>
          <a:xfrm>
            <a:off x="6839712" y="3749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51" name="f-card-63"/>
          <p:cNvSpPr/>
          <p:nvPr/>
        </p:nvSpPr>
        <p:spPr>
          <a:xfrm>
            <a:off x="548640" y="438912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f-num-64"/>
          <p:cNvSpPr txBox="1"/>
          <p:nvPr/>
        </p:nvSpPr>
        <p:spPr>
          <a:xfrm>
            <a:off x="685800" y="4389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13</a:t>
            </a:r>
            <a:endParaRPr lang="ko-KR" altLang="en-US" sz="1000" dirty="0"/>
          </a:p>
        </p:txBody>
      </p:sp>
      <p:sp>
        <p:nvSpPr>
          <p:cNvPr id="53" name="f-name-65"/>
          <p:cNvSpPr txBox="1"/>
          <p:nvPr/>
        </p:nvSpPr>
        <p:spPr>
          <a:xfrm>
            <a:off x="1051560" y="4389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National Geographic</a:t>
            </a:r>
            <a:endParaRPr lang="ko-KR" altLang="en-US" sz="1200" dirty="0"/>
          </a:p>
        </p:txBody>
      </p:sp>
      <p:sp>
        <p:nvSpPr>
          <p:cNvPr id="54" name="f-cnt-66"/>
          <p:cNvSpPr txBox="1"/>
          <p:nvPr/>
        </p:nvSpPr>
        <p:spPr>
          <a:xfrm>
            <a:off x="2267712" y="4389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55" name="f-card-67"/>
          <p:cNvSpPr/>
          <p:nvPr/>
        </p:nvSpPr>
        <p:spPr>
          <a:xfrm>
            <a:off x="2834640" y="438912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f-num-68"/>
          <p:cNvSpPr txBox="1"/>
          <p:nvPr/>
        </p:nvSpPr>
        <p:spPr>
          <a:xfrm>
            <a:off x="2971800" y="4389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14</a:t>
            </a:r>
            <a:endParaRPr lang="ko-KR" altLang="en-US" sz="1000" dirty="0"/>
          </a:p>
        </p:txBody>
      </p:sp>
      <p:sp>
        <p:nvSpPr>
          <p:cNvPr id="57" name="f-name-69"/>
          <p:cNvSpPr txBox="1"/>
          <p:nvPr/>
        </p:nvSpPr>
        <p:spPr>
          <a:xfrm>
            <a:off x="3337560" y="4389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Just For Kids</a:t>
            </a:r>
            <a:endParaRPr lang="ko-KR" altLang="en-US" sz="1200" dirty="0"/>
          </a:p>
        </p:txBody>
      </p:sp>
      <p:sp>
        <p:nvSpPr>
          <p:cNvPr id="58" name="f-cnt-70"/>
          <p:cNvSpPr txBox="1"/>
          <p:nvPr/>
        </p:nvSpPr>
        <p:spPr>
          <a:xfrm>
            <a:off x="4553712" y="4389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8</a:t>
            </a:r>
            <a:endParaRPr lang="ko-KR" altLang="en-US" sz="1100" dirty="0"/>
          </a:p>
        </p:txBody>
      </p:sp>
      <p:sp>
        <p:nvSpPr>
          <p:cNvPr id="59" name="f-card-71"/>
          <p:cNvSpPr/>
          <p:nvPr/>
        </p:nvSpPr>
        <p:spPr>
          <a:xfrm>
            <a:off x="5120640" y="438912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f-num-72"/>
          <p:cNvSpPr txBox="1"/>
          <p:nvPr/>
        </p:nvSpPr>
        <p:spPr>
          <a:xfrm>
            <a:off x="5257800" y="4389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15</a:t>
            </a:r>
            <a:endParaRPr lang="ko-KR" altLang="en-US" sz="1000" dirty="0"/>
          </a:p>
        </p:txBody>
      </p:sp>
      <p:sp>
        <p:nvSpPr>
          <p:cNvPr id="61" name="f-name-73"/>
          <p:cNvSpPr txBox="1"/>
          <p:nvPr/>
        </p:nvSpPr>
        <p:spPr>
          <a:xfrm>
            <a:off x="5623560" y="43891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Oil Paint</a:t>
            </a:r>
            <a:endParaRPr lang="ko-KR" altLang="en-US" sz="1200" dirty="0"/>
          </a:p>
        </p:txBody>
      </p:sp>
      <p:sp>
        <p:nvSpPr>
          <p:cNvPr id="62" name="f-cnt-74"/>
          <p:cNvSpPr txBox="1"/>
          <p:nvPr/>
        </p:nvSpPr>
        <p:spPr>
          <a:xfrm>
            <a:off x="6839712" y="4389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63" name="f-card-75"/>
          <p:cNvSpPr/>
          <p:nvPr/>
        </p:nvSpPr>
        <p:spPr>
          <a:xfrm>
            <a:off x="548640" y="502920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f-num-76"/>
          <p:cNvSpPr txBox="1"/>
          <p:nvPr/>
        </p:nvSpPr>
        <p:spPr>
          <a:xfrm>
            <a:off x="68580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16</a:t>
            </a:r>
            <a:endParaRPr lang="ko-KR" altLang="en-US" sz="1000" dirty="0"/>
          </a:p>
        </p:txBody>
      </p:sp>
      <p:sp>
        <p:nvSpPr>
          <p:cNvPr id="65" name="f-name-77"/>
          <p:cNvSpPr txBox="1"/>
          <p:nvPr/>
        </p:nvSpPr>
        <p:spPr>
          <a:xfrm>
            <a:off x="1051560" y="50292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Peaceful</a:t>
            </a:r>
            <a:endParaRPr lang="ko-KR" altLang="en-US" sz="1200" dirty="0"/>
          </a:p>
        </p:txBody>
      </p:sp>
      <p:sp>
        <p:nvSpPr>
          <p:cNvPr id="66" name="f-cnt-78"/>
          <p:cNvSpPr txBox="1"/>
          <p:nvPr/>
        </p:nvSpPr>
        <p:spPr>
          <a:xfrm>
            <a:off x="2267712" y="5029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67" name="f-card-79"/>
          <p:cNvSpPr/>
          <p:nvPr/>
        </p:nvSpPr>
        <p:spPr>
          <a:xfrm>
            <a:off x="2834640" y="502920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8" name="f-num-80"/>
          <p:cNvSpPr txBox="1"/>
          <p:nvPr/>
        </p:nvSpPr>
        <p:spPr>
          <a:xfrm>
            <a:off x="297180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17</a:t>
            </a:r>
            <a:endParaRPr lang="ko-KR" altLang="en-US" sz="1000" dirty="0"/>
          </a:p>
        </p:txBody>
      </p:sp>
      <p:sp>
        <p:nvSpPr>
          <p:cNvPr id="69" name="f-name-81"/>
          <p:cNvSpPr txBox="1"/>
          <p:nvPr/>
        </p:nvSpPr>
        <p:spPr>
          <a:xfrm>
            <a:off x="3337560" y="50292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Winter</a:t>
            </a:r>
            <a:endParaRPr lang="ko-KR" altLang="en-US" sz="1200" dirty="0"/>
          </a:p>
        </p:txBody>
      </p:sp>
      <p:sp>
        <p:nvSpPr>
          <p:cNvPr id="70" name="f-cnt-82"/>
          <p:cNvSpPr txBox="1"/>
          <p:nvPr/>
        </p:nvSpPr>
        <p:spPr>
          <a:xfrm>
            <a:off x="4553712" y="5029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71" name="f-card-83"/>
          <p:cNvSpPr/>
          <p:nvPr/>
        </p:nvSpPr>
        <p:spPr>
          <a:xfrm>
            <a:off x="5120640" y="502920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2" name="f-num-84"/>
          <p:cNvSpPr txBox="1"/>
          <p:nvPr/>
        </p:nvSpPr>
        <p:spPr>
          <a:xfrm>
            <a:off x="525780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18</a:t>
            </a:r>
            <a:endParaRPr lang="ko-KR" altLang="en-US" sz="1000" dirty="0"/>
          </a:p>
        </p:txBody>
      </p:sp>
      <p:sp>
        <p:nvSpPr>
          <p:cNvPr id="73" name="f-name-85"/>
          <p:cNvSpPr txBox="1"/>
          <p:nvPr/>
        </p:nvSpPr>
        <p:spPr>
          <a:xfrm>
            <a:off x="5623560" y="50292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Photography</a:t>
            </a:r>
            <a:endParaRPr lang="ko-KR" altLang="en-US" sz="1200" dirty="0"/>
          </a:p>
        </p:txBody>
      </p:sp>
      <p:sp>
        <p:nvSpPr>
          <p:cNvPr id="74" name="f-cnt-86"/>
          <p:cNvSpPr txBox="1"/>
          <p:nvPr/>
        </p:nvSpPr>
        <p:spPr>
          <a:xfrm>
            <a:off x="6839712" y="50292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75" name="f-card-87"/>
          <p:cNvSpPr/>
          <p:nvPr/>
        </p:nvSpPr>
        <p:spPr>
          <a:xfrm>
            <a:off x="548640" y="566928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6" name="f-num-88"/>
          <p:cNvSpPr txBox="1"/>
          <p:nvPr/>
        </p:nvSpPr>
        <p:spPr>
          <a:xfrm>
            <a:off x="685800" y="5669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19</a:t>
            </a:r>
            <a:endParaRPr lang="ko-KR" altLang="en-US" sz="1000" dirty="0"/>
          </a:p>
        </p:txBody>
      </p:sp>
      <p:sp>
        <p:nvSpPr>
          <p:cNvPr id="77" name="f-name-89"/>
          <p:cNvSpPr txBox="1"/>
          <p:nvPr/>
        </p:nvSpPr>
        <p:spPr>
          <a:xfrm>
            <a:off x="1051560" y="56692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Pop Art</a:t>
            </a:r>
            <a:endParaRPr lang="ko-KR" altLang="en-US" sz="1200" dirty="0"/>
          </a:p>
        </p:txBody>
      </p:sp>
      <p:sp>
        <p:nvSpPr>
          <p:cNvPr id="78" name="f-cnt-90"/>
          <p:cNvSpPr txBox="1"/>
          <p:nvPr/>
        </p:nvSpPr>
        <p:spPr>
          <a:xfrm>
            <a:off x="2267712" y="5669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79" name="f-card-91"/>
          <p:cNvSpPr/>
          <p:nvPr/>
        </p:nvSpPr>
        <p:spPr>
          <a:xfrm>
            <a:off x="2834640" y="566928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0" name="f-num-92"/>
          <p:cNvSpPr txBox="1"/>
          <p:nvPr/>
        </p:nvSpPr>
        <p:spPr>
          <a:xfrm>
            <a:off x="2971800" y="5669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20</a:t>
            </a:r>
            <a:endParaRPr lang="ko-KR" altLang="en-US" sz="1000" dirty="0"/>
          </a:p>
        </p:txBody>
      </p:sp>
      <p:sp>
        <p:nvSpPr>
          <p:cNvPr id="81" name="f-name-93"/>
          <p:cNvSpPr txBox="1"/>
          <p:nvPr/>
        </p:nvSpPr>
        <p:spPr>
          <a:xfrm>
            <a:off x="3337560" y="56692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Portrait</a:t>
            </a:r>
            <a:endParaRPr lang="ko-KR" altLang="en-US" sz="1200" dirty="0"/>
          </a:p>
        </p:txBody>
      </p:sp>
      <p:sp>
        <p:nvSpPr>
          <p:cNvPr id="82" name="f-cnt-94"/>
          <p:cNvSpPr txBox="1"/>
          <p:nvPr/>
        </p:nvSpPr>
        <p:spPr>
          <a:xfrm>
            <a:off x="4553712" y="5669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7</a:t>
            </a:r>
            <a:endParaRPr lang="ko-KR" altLang="en-US" sz="1100" dirty="0"/>
          </a:p>
        </p:txBody>
      </p:sp>
      <p:sp>
        <p:nvSpPr>
          <p:cNvPr id="83" name="f-card-95"/>
          <p:cNvSpPr/>
          <p:nvPr/>
        </p:nvSpPr>
        <p:spPr>
          <a:xfrm>
            <a:off x="5120640" y="5669280"/>
            <a:ext cx="2176272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4" name="f-num-96"/>
          <p:cNvSpPr txBox="1"/>
          <p:nvPr/>
        </p:nvSpPr>
        <p:spPr>
          <a:xfrm>
            <a:off x="5257800" y="5669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3"/>
                </a:solidFill>
              </a:rPr>
              <a:t>21</a:t>
            </a:r>
            <a:endParaRPr lang="ko-KR" altLang="en-US" sz="1000" dirty="0"/>
          </a:p>
        </p:txBody>
      </p:sp>
      <p:sp>
        <p:nvSpPr>
          <p:cNvPr id="85" name="f-name-97"/>
          <p:cNvSpPr txBox="1"/>
          <p:nvPr/>
        </p:nvSpPr>
        <p:spPr>
          <a:xfrm>
            <a:off x="5623560" y="56692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Travel</a:t>
            </a:r>
            <a:endParaRPr lang="ko-KR" altLang="en-US" sz="1200" dirty="0"/>
          </a:p>
        </p:txBody>
      </p:sp>
      <p:sp>
        <p:nvSpPr>
          <p:cNvPr id="86" name="f-cnt-98"/>
          <p:cNvSpPr txBox="1"/>
          <p:nvPr/>
        </p:nvSpPr>
        <p:spPr>
          <a:xfrm>
            <a:off x="6839712" y="5669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6</a:t>
            </a:r>
            <a:endParaRPr lang="ko-KR" altLang="en-US" sz="1100" dirty="0"/>
          </a:p>
        </p:txBody>
      </p:sp>
      <p:sp>
        <p:nvSpPr>
          <p:cNvPr id="87" name="leg-as"/>
          <p:cNvSpPr/>
          <p:nvPr/>
        </p:nvSpPr>
        <p:spPr>
          <a:xfrm>
            <a:off x="7726680" y="1828800"/>
            <a:ext cx="3913632" cy="2103120"/>
          </a:xfrm>
          <a:prstGeom prst="roundRect">
            <a:avLst>
              <a:gd name="adj" fmla="val 1087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88" name="leg-as-img" descr="Nighthawks (Art TV 화면) · Edward Hopp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2057400"/>
            <a:ext cx="1463040" cy="1005840"/>
          </a:xfrm>
          <a:prstGeom prst="rect">
            <a:avLst/>
          </a:prstGeom>
        </p:spPr>
      </p:pic>
      <p:sp>
        <p:nvSpPr>
          <p:cNvPr id="89" name="leg-as-head"/>
          <p:cNvSpPr txBox="1"/>
          <p:nvPr/>
        </p:nvSpPr>
        <p:spPr>
          <a:xfrm>
            <a:off x="9601200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Art Store 수록작</a:t>
            </a:r>
            <a:endParaRPr lang="ko-KR" altLang="en-US" sz="16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43점 · 배지 없음</a:t>
            </a:r>
            <a:endParaRPr lang="ko-KR" altLang="en-US" sz="1600" dirty="0"/>
          </a:p>
        </p:txBody>
      </p:sp>
      <p:sp>
        <p:nvSpPr>
          <p:cNvPr id="90" name="leg-as-desc"/>
          <p:cNvSpPr txBox="1"/>
          <p:nvPr/>
        </p:nvSpPr>
        <p:spPr>
          <a:xfrm>
            <a:off x="7955280" y="320040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accent5"/>
                </a:solidFill>
              </a:rPr>
              <a:t>Samsung Art Store 수록 작품. 제목에 '화면'이 붙은 Samsung 화면 컷은 슬라이드에서 가장 크게(히어로) 배치</a:t>
            </a:r>
            <a:endParaRPr lang="ko-KR" altLang="en-US" sz="1100" dirty="0"/>
          </a:p>
        </p:txBody>
      </p:sp>
      <p:sp>
        <p:nvSpPr>
          <p:cNvPr id="91" name="leg-ex"/>
          <p:cNvSpPr/>
          <p:nvPr/>
        </p:nvSpPr>
        <p:spPr>
          <a:xfrm>
            <a:off x="7726680" y="4069080"/>
            <a:ext cx="3913632" cy="2103120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2" name="leg-ex-img" descr="The Hunters in the Snow · Pieter Bruegel the Elde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4297680"/>
            <a:ext cx="1463040" cy="1005840"/>
          </a:xfrm>
          <a:prstGeom prst="rect">
            <a:avLst/>
          </a:prstGeom>
        </p:spPr>
      </p:pic>
      <p:sp>
        <p:nvSpPr>
          <p:cNvPr id="93" name="leg-ex-badge"/>
          <p:cNvSpPr/>
          <p:nvPr/>
        </p:nvSpPr>
        <p:spPr>
          <a:xfrm>
            <a:off x="8028432" y="43708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4" name="leg-ex-badge-text"/>
          <p:cNvSpPr txBox="1"/>
          <p:nvPr/>
        </p:nvSpPr>
        <p:spPr>
          <a:xfrm>
            <a:off x="8028432" y="43708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accent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95" name="leg-ex-head"/>
          <p:cNvSpPr txBox="1"/>
          <p:nvPr/>
        </p:nvSpPr>
        <p:spPr>
          <a:xfrm>
            <a:off x="9601200" y="42976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bg1"/>
                </a:solidFill>
              </a:rPr>
              <a:t>대표 예시</a:t>
            </a:r>
            <a:endParaRPr lang="ko-KR" altLang="en-US" sz="1600" dirty="0"/>
          </a:p>
          <a:p>
            <a:pPr indent="0" marL="0">
              <a:buNone/>
            </a:pPr>
            <a:r>
              <a:rPr lang="ko-KR" altLang="en-US" sz="1100" dirty="0">
                <a:solidFill>
                  <a:schemeClr val="bg1"/>
                </a:solidFill>
              </a:rPr>
              <a:t>102점 · 모서리 'EX' 배지</a:t>
            </a:r>
            <a:endParaRPr lang="ko-KR" altLang="en-US" sz="1600" dirty="0"/>
          </a:p>
        </p:txBody>
      </p:sp>
      <p:sp>
        <p:nvSpPr>
          <p:cNvPr id="96" name="leg-ex-desc"/>
          <p:cNvSpPr txBox="1"/>
          <p:nvPr/>
        </p:nvSpPr>
        <p:spPr>
          <a:xfrm>
            <a:off x="7955280" y="544068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chemeClr val="bg1"/>
                </a:solidFill>
              </a:rPr>
              <a:t>기본 Library 실제 수록작은 비공개 → 필터 성격에 맞는 퍼블릭 도메인·CC 작품으로 대체. 내부 참고용</a:t>
            </a:r>
            <a:endParaRPr lang="ko-KR" altLang="en-US" sz="1100" dirty="0"/>
          </a:p>
        </p:txBody>
      </p:sp>
      <p:sp>
        <p:nvSpPr>
          <p:cNvPr id="97" name="guide-note"/>
          <p:cNvSpPr txBox="1"/>
          <p:nvPr/>
        </p:nvSpPr>
        <p:spPr>
          <a:xfrm>
            <a:off x="548640" y="6355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※ 필터명 옆 숫자 = 장표에 실린 이미지 수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Abstract</a:t>
            </a:r>
            <a:endParaRPr lang="ko-KR" altLang="en-US" sz="3600" dirty="0"/>
          </a:p>
        </p:txBody>
      </p:sp>
      <p:sp>
        <p:nvSpPr>
          <p:cNvPr id="3" name="f-idx-9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01 / 21</a:t>
            </a:r>
            <a:endParaRPr lang="ko-KR" altLang="en-US" sz="1100" dirty="0"/>
          </a:p>
        </p:txBody>
      </p:sp>
      <p:sp>
        <p:nvSpPr>
          <p:cNvPr id="4" name="pill-10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0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4</a:t>
            </a:r>
            <a:endParaRPr lang="ko-KR" altLang="en-US" sz="1100" dirty="0"/>
          </a:p>
        </p:txBody>
      </p:sp>
      <p:sp>
        <p:nvSpPr>
          <p:cNvPr id="6" name="pill-10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0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4</a:t>
            </a:r>
            <a:endParaRPr lang="ko-KR" altLang="en-US" sz="1100" dirty="0"/>
          </a:p>
        </p:txBody>
      </p:sp>
      <p:pic>
        <p:nvPicPr>
          <p:cNvPr id="8" name="art-104" descr="Guardians of the Secret (Samsung Art TV 화면) · Jackson Pol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8906"/>
            <a:ext cx="6492240" cy="3655131"/>
          </a:xfrm>
          <a:prstGeom prst="rect">
            <a:avLst/>
          </a:prstGeom>
        </p:spPr>
      </p:pic>
      <p:sp>
        <p:nvSpPr>
          <p:cNvPr id="9" name="cap-105"/>
          <p:cNvSpPr txBox="1"/>
          <p:nvPr/>
        </p:nvSpPr>
        <p:spPr>
          <a:xfrm>
            <a:off x="548640" y="5640614"/>
            <a:ext cx="64922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Guardians of the Secret (Samsung 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Jackson Pollock</a:t>
            </a:r>
            <a:endParaRPr lang="ko-KR" altLang="en-US" sz="900" dirty="0"/>
          </a:p>
        </p:txBody>
      </p:sp>
      <p:pic>
        <p:nvPicPr>
          <p:cNvPr id="10" name="art-106" descr="MoMA 컬렉션 Mondrian 작품 (작품명 미확인, Art TV 화면) · Piet Mondri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205" y="1371600"/>
            <a:ext cx="2093683" cy="1178743"/>
          </a:xfrm>
          <a:prstGeom prst="rect">
            <a:avLst/>
          </a:prstGeom>
        </p:spPr>
      </p:pic>
      <p:sp>
        <p:nvSpPr>
          <p:cNvPr id="11" name="cap-107"/>
          <p:cNvSpPr txBox="1"/>
          <p:nvPr/>
        </p:nvSpPr>
        <p:spPr>
          <a:xfrm>
            <a:off x="7297205" y="2586919"/>
            <a:ext cx="209368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MoMA 컬렉션 Mondrian 작품 (작품명…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Piet Mondrian</a:t>
            </a:r>
            <a:endParaRPr lang="ko-KR" altLang="en-US" sz="900" dirty="0"/>
          </a:p>
        </p:txBody>
      </p:sp>
      <p:pic>
        <p:nvPicPr>
          <p:cNvPr id="12" name="art-108" descr="MoMA 컬렉션 작품 (작품명 미확인, Art TV 화면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1371600"/>
            <a:ext cx="2093683" cy="1178743"/>
          </a:xfrm>
          <a:prstGeom prst="rect">
            <a:avLst/>
          </a:prstGeom>
        </p:spPr>
      </p:pic>
      <p:sp>
        <p:nvSpPr>
          <p:cNvPr id="13" name="cap-109"/>
          <p:cNvSpPr txBox="1"/>
          <p:nvPr/>
        </p:nvSpPr>
        <p:spPr>
          <a:xfrm>
            <a:off x="9518904" y="2586919"/>
            <a:ext cx="209368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MoMA 컬렉션 작품 (작품명 미확인, A…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4" name="art-110" descr="Whitney 컬렉션 작품 (작품명 미확인, Art TV 화면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205" y="3080695"/>
            <a:ext cx="2267588" cy="1276652"/>
          </a:xfrm>
          <a:prstGeom prst="rect">
            <a:avLst/>
          </a:prstGeom>
        </p:spPr>
      </p:pic>
      <p:sp>
        <p:nvSpPr>
          <p:cNvPr id="15" name="cap-111"/>
          <p:cNvSpPr txBox="1"/>
          <p:nvPr/>
        </p:nvSpPr>
        <p:spPr>
          <a:xfrm>
            <a:off x="7297205" y="4393923"/>
            <a:ext cx="22675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Whitney 컬렉션 작품 (작품명 미확인,…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6" name="art-112" descr="Composition VII · Wassily Kandinsk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809" y="3080695"/>
            <a:ext cx="1919777" cy="1276652"/>
          </a:xfrm>
          <a:prstGeom prst="rect">
            <a:avLst/>
          </a:prstGeom>
        </p:spPr>
      </p:pic>
      <p:sp>
        <p:nvSpPr>
          <p:cNvPr id="17" name="ex-113"/>
          <p:cNvSpPr/>
          <p:nvPr/>
        </p:nvSpPr>
        <p:spPr>
          <a:xfrm>
            <a:off x="9765961" y="315384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114"/>
          <p:cNvSpPr txBox="1"/>
          <p:nvPr/>
        </p:nvSpPr>
        <p:spPr>
          <a:xfrm>
            <a:off x="9765961" y="315384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115"/>
          <p:cNvSpPr txBox="1"/>
          <p:nvPr/>
        </p:nvSpPr>
        <p:spPr>
          <a:xfrm>
            <a:off x="9692809" y="4393923"/>
            <a:ext cx="191977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Composition VII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Wassily Kandinsky</a:t>
            </a:r>
            <a:endParaRPr lang="ko-KR" altLang="en-US" sz="900" dirty="0"/>
          </a:p>
        </p:txBody>
      </p:sp>
      <p:pic>
        <p:nvPicPr>
          <p:cNvPr id="20" name="art-116" descr="Yellow-Red-Blue · Wassily Kandinsk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369" y="4887699"/>
            <a:ext cx="2011889" cy="1293645"/>
          </a:xfrm>
          <a:prstGeom prst="rect">
            <a:avLst/>
          </a:prstGeom>
        </p:spPr>
      </p:pic>
      <p:sp>
        <p:nvSpPr>
          <p:cNvPr id="21" name="ex-117"/>
          <p:cNvSpPr/>
          <p:nvPr/>
        </p:nvSpPr>
        <p:spPr>
          <a:xfrm>
            <a:off x="7369521" y="4960851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118"/>
          <p:cNvSpPr txBox="1"/>
          <p:nvPr/>
        </p:nvSpPr>
        <p:spPr>
          <a:xfrm>
            <a:off x="7369521" y="4960851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119"/>
          <p:cNvSpPr txBox="1"/>
          <p:nvPr/>
        </p:nvSpPr>
        <p:spPr>
          <a:xfrm>
            <a:off x="7296369" y="6217920"/>
            <a:ext cx="201188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Yellow-Red-Blue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Wassily Kandinsky</a:t>
            </a:r>
            <a:endParaRPr lang="ko-KR" altLang="en-US" sz="900" dirty="0"/>
          </a:p>
        </p:txBody>
      </p:sp>
      <p:pic>
        <p:nvPicPr>
          <p:cNvPr id="24" name="art-120" descr="Suprematist Composition: Airplane Flying · Kazimir Malevic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6274" y="4887699"/>
            <a:ext cx="1073725" cy="1293645"/>
          </a:xfrm>
          <a:prstGeom prst="rect">
            <a:avLst/>
          </a:prstGeom>
        </p:spPr>
      </p:pic>
      <p:sp>
        <p:nvSpPr>
          <p:cNvPr id="25" name="ex-121"/>
          <p:cNvSpPr/>
          <p:nvPr/>
        </p:nvSpPr>
        <p:spPr>
          <a:xfrm>
            <a:off x="9509426" y="4960851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122"/>
          <p:cNvSpPr txBox="1"/>
          <p:nvPr/>
        </p:nvSpPr>
        <p:spPr>
          <a:xfrm>
            <a:off x="9509426" y="4960851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123"/>
          <p:cNvSpPr txBox="1"/>
          <p:nvPr/>
        </p:nvSpPr>
        <p:spPr>
          <a:xfrm>
            <a:off x="9436274" y="6217920"/>
            <a:ext cx="107372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Suprematist Com…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Kazimir Malevich</a:t>
            </a:r>
            <a:endParaRPr lang="ko-KR" altLang="en-US" sz="900" dirty="0"/>
          </a:p>
        </p:txBody>
      </p:sp>
      <p:pic>
        <p:nvPicPr>
          <p:cNvPr id="28" name="art-124" descr="The Ten Largest, No. 7, Adulthood · Hilma af Kli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8015" y="4887699"/>
            <a:ext cx="975408" cy="1293645"/>
          </a:xfrm>
          <a:prstGeom prst="rect">
            <a:avLst/>
          </a:prstGeom>
        </p:spPr>
      </p:pic>
      <p:sp>
        <p:nvSpPr>
          <p:cNvPr id="29" name="ex-125"/>
          <p:cNvSpPr/>
          <p:nvPr/>
        </p:nvSpPr>
        <p:spPr>
          <a:xfrm>
            <a:off x="10711167" y="4960851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126"/>
          <p:cNvSpPr txBox="1"/>
          <p:nvPr/>
        </p:nvSpPr>
        <p:spPr>
          <a:xfrm>
            <a:off x="10711167" y="4960851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127"/>
          <p:cNvSpPr txBox="1"/>
          <p:nvPr/>
        </p:nvSpPr>
        <p:spPr>
          <a:xfrm>
            <a:off x="10638015" y="6217920"/>
            <a:ext cx="97540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Ten Larges…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Hilma af Klint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Action</a:t>
            </a:r>
            <a:endParaRPr lang="ko-KR" altLang="en-US" sz="3600" dirty="0"/>
          </a:p>
        </p:txBody>
      </p:sp>
      <p:sp>
        <p:nvSpPr>
          <p:cNvPr id="3" name="f-idx-128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02 / 21</a:t>
            </a:r>
            <a:endParaRPr lang="ko-KR" altLang="en-US" sz="1100" dirty="0"/>
          </a:p>
        </p:txBody>
      </p:sp>
      <p:sp>
        <p:nvSpPr>
          <p:cNvPr id="4" name="pill-129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30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131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32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6</a:t>
            </a:r>
            <a:endParaRPr lang="ko-KR" altLang="en-US" sz="1100" dirty="0"/>
          </a:p>
        </p:txBody>
      </p:sp>
      <p:pic>
        <p:nvPicPr>
          <p:cNvPr id="8" name="art-133" descr="The Great Wave off Kanagawa · Katsushika Hokus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04" y="1371600"/>
            <a:ext cx="3607887" cy="2428108"/>
          </a:xfrm>
          <a:prstGeom prst="rect">
            <a:avLst/>
          </a:prstGeom>
        </p:spPr>
      </p:pic>
      <p:sp>
        <p:nvSpPr>
          <p:cNvPr id="9" name="ex-134"/>
          <p:cNvSpPr/>
          <p:nvPr/>
        </p:nvSpPr>
        <p:spPr>
          <a:xfrm>
            <a:off x="64275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135"/>
          <p:cNvSpPr txBox="1"/>
          <p:nvPr/>
        </p:nvSpPr>
        <p:spPr>
          <a:xfrm>
            <a:off x="64275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136"/>
          <p:cNvSpPr txBox="1"/>
          <p:nvPr/>
        </p:nvSpPr>
        <p:spPr>
          <a:xfrm>
            <a:off x="569604" y="3836284"/>
            <a:ext cx="360788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Great Wave off Kanagawa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Katsushika Hokusai</a:t>
            </a:r>
            <a:endParaRPr lang="ko-KR" altLang="en-US" sz="900" dirty="0"/>
          </a:p>
        </p:txBody>
      </p:sp>
      <p:pic>
        <p:nvPicPr>
          <p:cNvPr id="12" name="art-137" descr="The Horse in Motion · Eadweard Muybrid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507" y="1371600"/>
            <a:ext cx="3935346" cy="2428108"/>
          </a:xfrm>
          <a:prstGeom prst="rect">
            <a:avLst/>
          </a:prstGeom>
        </p:spPr>
      </p:pic>
      <p:sp>
        <p:nvSpPr>
          <p:cNvPr id="13" name="ex-138"/>
          <p:cNvSpPr/>
          <p:nvPr/>
        </p:nvSpPr>
        <p:spPr>
          <a:xfrm>
            <a:off x="4378659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139"/>
          <p:cNvSpPr txBox="1"/>
          <p:nvPr/>
        </p:nvSpPr>
        <p:spPr>
          <a:xfrm>
            <a:off x="4378659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140"/>
          <p:cNvSpPr txBox="1"/>
          <p:nvPr/>
        </p:nvSpPr>
        <p:spPr>
          <a:xfrm>
            <a:off x="4305507" y="3836284"/>
            <a:ext cx="393534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Horse in Motion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Eadweard Muybridge</a:t>
            </a:r>
            <a:endParaRPr lang="ko-KR" altLang="en-US" sz="900" dirty="0"/>
          </a:p>
        </p:txBody>
      </p:sp>
      <p:pic>
        <p:nvPicPr>
          <p:cNvPr id="16" name="art-141" descr="Stag at Sharkey's · George Bellow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869" y="1371600"/>
            <a:ext cx="3250480" cy="2428108"/>
          </a:xfrm>
          <a:prstGeom prst="rect">
            <a:avLst/>
          </a:prstGeom>
        </p:spPr>
      </p:pic>
      <p:sp>
        <p:nvSpPr>
          <p:cNvPr id="17" name="ex-142"/>
          <p:cNvSpPr/>
          <p:nvPr/>
        </p:nvSpPr>
        <p:spPr>
          <a:xfrm>
            <a:off x="8442021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143"/>
          <p:cNvSpPr txBox="1"/>
          <p:nvPr/>
        </p:nvSpPr>
        <p:spPr>
          <a:xfrm>
            <a:off x="8442021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144"/>
          <p:cNvSpPr txBox="1"/>
          <p:nvPr/>
        </p:nvSpPr>
        <p:spPr>
          <a:xfrm>
            <a:off x="8368869" y="3836284"/>
            <a:ext cx="3250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Stag at Sharkey's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 Bellows</a:t>
            </a:r>
            <a:endParaRPr lang="ko-KR" altLang="en-US" sz="900" dirty="0"/>
          </a:p>
        </p:txBody>
      </p:sp>
      <p:pic>
        <p:nvPicPr>
          <p:cNvPr id="20" name="art-145" descr="The 1821 Derby at Epsom · Théodore Géricau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56" y="4330060"/>
            <a:ext cx="2542972" cy="1851284"/>
          </a:xfrm>
          <a:prstGeom prst="rect">
            <a:avLst/>
          </a:prstGeom>
        </p:spPr>
      </p:pic>
      <p:sp>
        <p:nvSpPr>
          <p:cNvPr id="21" name="ex-146"/>
          <p:cNvSpPr/>
          <p:nvPr/>
        </p:nvSpPr>
        <p:spPr>
          <a:xfrm>
            <a:off x="642508" y="440321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147"/>
          <p:cNvSpPr txBox="1"/>
          <p:nvPr/>
        </p:nvSpPr>
        <p:spPr>
          <a:xfrm>
            <a:off x="642508" y="44032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148"/>
          <p:cNvSpPr txBox="1"/>
          <p:nvPr/>
        </p:nvSpPr>
        <p:spPr>
          <a:xfrm>
            <a:off x="569356" y="6217920"/>
            <a:ext cx="254297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1821 Derby at Epsom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Théodore Géricault</a:t>
            </a:r>
            <a:endParaRPr lang="ko-KR" altLang="en-US" sz="900" dirty="0"/>
          </a:p>
        </p:txBody>
      </p:sp>
      <p:pic>
        <p:nvPicPr>
          <p:cNvPr id="24" name="art-149" descr="The Raft of the Medusa · Théodore Géricau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344" y="4330060"/>
            <a:ext cx="2710518" cy="1851284"/>
          </a:xfrm>
          <a:prstGeom prst="rect">
            <a:avLst/>
          </a:prstGeom>
        </p:spPr>
      </p:pic>
      <p:sp>
        <p:nvSpPr>
          <p:cNvPr id="25" name="ex-150"/>
          <p:cNvSpPr/>
          <p:nvPr/>
        </p:nvSpPr>
        <p:spPr>
          <a:xfrm>
            <a:off x="3313496" y="440321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151"/>
          <p:cNvSpPr txBox="1"/>
          <p:nvPr/>
        </p:nvSpPr>
        <p:spPr>
          <a:xfrm>
            <a:off x="3313496" y="44032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152"/>
          <p:cNvSpPr txBox="1"/>
          <p:nvPr/>
        </p:nvSpPr>
        <p:spPr>
          <a:xfrm>
            <a:off x="3240344" y="6217920"/>
            <a:ext cx="271051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Raft of the Medusa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Théodore Géricault</a:t>
            </a:r>
            <a:endParaRPr lang="ko-KR" altLang="en-US" sz="900" dirty="0"/>
          </a:p>
        </p:txBody>
      </p:sp>
      <p:pic>
        <p:nvPicPr>
          <p:cNvPr id="28" name="art-153" descr="Liberty Leading the People · Eugène Delacroi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878" y="4330060"/>
            <a:ext cx="2337480" cy="1851284"/>
          </a:xfrm>
          <a:prstGeom prst="rect">
            <a:avLst/>
          </a:prstGeom>
        </p:spPr>
      </p:pic>
      <p:sp>
        <p:nvSpPr>
          <p:cNvPr id="29" name="cap-154"/>
          <p:cNvSpPr txBox="1"/>
          <p:nvPr/>
        </p:nvSpPr>
        <p:spPr>
          <a:xfrm>
            <a:off x="6078878" y="6217920"/>
            <a:ext cx="2337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Liberty Leading the People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Eugène Delacroix</a:t>
            </a:r>
            <a:endParaRPr lang="ko-KR" altLang="en-US" sz="900" dirty="0"/>
          </a:p>
        </p:txBody>
      </p:sp>
      <p:pic>
        <p:nvPicPr>
          <p:cNvPr id="30" name="art-155" descr="The Gulf Stream · Winslow Hom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4374" y="4330060"/>
            <a:ext cx="3075222" cy="1851284"/>
          </a:xfrm>
          <a:prstGeom prst="rect">
            <a:avLst/>
          </a:prstGeom>
        </p:spPr>
      </p:pic>
      <p:sp>
        <p:nvSpPr>
          <p:cNvPr id="31" name="ex-156"/>
          <p:cNvSpPr/>
          <p:nvPr/>
        </p:nvSpPr>
        <p:spPr>
          <a:xfrm>
            <a:off x="8617526" y="440321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ex-text-157"/>
          <p:cNvSpPr txBox="1"/>
          <p:nvPr/>
        </p:nvSpPr>
        <p:spPr>
          <a:xfrm>
            <a:off x="8617526" y="440321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3" name="cap-158"/>
          <p:cNvSpPr txBox="1"/>
          <p:nvPr/>
        </p:nvSpPr>
        <p:spPr>
          <a:xfrm>
            <a:off x="8544374" y="6217920"/>
            <a:ext cx="307522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Gulf Stream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Winslow Homer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Best of Spring</a:t>
            </a:r>
            <a:endParaRPr lang="ko-KR" altLang="en-US" sz="3600" dirty="0"/>
          </a:p>
        </p:txBody>
      </p:sp>
      <p:sp>
        <p:nvSpPr>
          <p:cNvPr id="3" name="f-idx-15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03 / 21</a:t>
            </a:r>
            <a:endParaRPr lang="ko-KR" altLang="en-US" sz="1100" dirty="0"/>
          </a:p>
        </p:txBody>
      </p:sp>
      <p:sp>
        <p:nvSpPr>
          <p:cNvPr id="4" name="pill-16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6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16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6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164" descr="Poppies (The Frame 화면) · Claude Mo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55927"/>
            <a:ext cx="4663440" cy="3241091"/>
          </a:xfrm>
          <a:prstGeom prst="rect">
            <a:avLst/>
          </a:prstGeom>
        </p:spPr>
      </p:pic>
      <p:sp>
        <p:nvSpPr>
          <p:cNvPr id="9" name="cap-165"/>
          <p:cNvSpPr txBox="1"/>
          <p:nvPr/>
        </p:nvSpPr>
        <p:spPr>
          <a:xfrm>
            <a:off x="548640" y="5433593"/>
            <a:ext cx="4663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Poppies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10" name="art-166" descr="Early Spring in the Wienerwald · Ferdinand Georg Waldmül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10093"/>
            <a:ext cx="1817979" cy="1479835"/>
          </a:xfrm>
          <a:prstGeom prst="rect">
            <a:avLst/>
          </a:prstGeom>
        </p:spPr>
      </p:pic>
      <p:sp>
        <p:nvSpPr>
          <p:cNvPr id="11" name="cap-167"/>
          <p:cNvSpPr txBox="1"/>
          <p:nvPr/>
        </p:nvSpPr>
        <p:spPr>
          <a:xfrm>
            <a:off x="5440680" y="3226504"/>
            <a:ext cx="18179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Early Spring in the Wienerw…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Ferdinand Georg Waldmüller</a:t>
            </a:r>
            <a:endParaRPr lang="ko-KR" altLang="en-US" sz="900" dirty="0"/>
          </a:p>
        </p:txBody>
      </p:sp>
      <p:pic>
        <p:nvPicPr>
          <p:cNvPr id="12" name="art-168" descr="Almond Blossom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675" y="1710093"/>
            <a:ext cx="1873209" cy="1479835"/>
          </a:xfrm>
          <a:prstGeom prst="rect">
            <a:avLst/>
          </a:prstGeom>
        </p:spPr>
      </p:pic>
      <p:sp>
        <p:nvSpPr>
          <p:cNvPr id="13" name="ex-169"/>
          <p:cNvSpPr/>
          <p:nvPr/>
        </p:nvSpPr>
        <p:spPr>
          <a:xfrm>
            <a:off x="7459827" y="178324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170"/>
          <p:cNvSpPr txBox="1"/>
          <p:nvPr/>
        </p:nvSpPr>
        <p:spPr>
          <a:xfrm>
            <a:off x="7459827" y="178324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171"/>
          <p:cNvSpPr txBox="1"/>
          <p:nvPr/>
        </p:nvSpPr>
        <p:spPr>
          <a:xfrm>
            <a:off x="7386675" y="3226504"/>
            <a:ext cx="187320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Almond Blossom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6" name="art-172" descr="Primavera · Sandro Botticell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900" y="1710093"/>
            <a:ext cx="2252412" cy="1479835"/>
          </a:xfrm>
          <a:prstGeom prst="rect">
            <a:avLst/>
          </a:prstGeom>
        </p:spPr>
      </p:pic>
      <p:sp>
        <p:nvSpPr>
          <p:cNvPr id="17" name="ex-173"/>
          <p:cNvSpPr/>
          <p:nvPr/>
        </p:nvSpPr>
        <p:spPr>
          <a:xfrm>
            <a:off x="9461052" y="178324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174"/>
          <p:cNvSpPr txBox="1"/>
          <p:nvPr/>
        </p:nvSpPr>
        <p:spPr>
          <a:xfrm>
            <a:off x="9461052" y="178324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175"/>
          <p:cNvSpPr txBox="1"/>
          <p:nvPr/>
        </p:nvSpPr>
        <p:spPr>
          <a:xfrm>
            <a:off x="9387900" y="3226504"/>
            <a:ext cx="22524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Primavera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Sandro Botticelli</a:t>
            </a:r>
            <a:endParaRPr lang="ko-KR" altLang="en-US" sz="900" dirty="0"/>
          </a:p>
        </p:txBody>
      </p:sp>
      <p:pic>
        <p:nvPicPr>
          <p:cNvPr id="20" name="art-176" descr="Pink Peach Tree (Souvenir de Mauve) · Vincent van Gog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720280"/>
            <a:ext cx="1725650" cy="2122571"/>
          </a:xfrm>
          <a:prstGeom prst="rect">
            <a:avLst/>
          </a:prstGeom>
        </p:spPr>
      </p:pic>
      <p:sp>
        <p:nvSpPr>
          <p:cNvPr id="21" name="ex-177"/>
          <p:cNvSpPr/>
          <p:nvPr/>
        </p:nvSpPr>
        <p:spPr>
          <a:xfrm>
            <a:off x="5513832" y="37934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178"/>
          <p:cNvSpPr txBox="1"/>
          <p:nvPr/>
        </p:nvSpPr>
        <p:spPr>
          <a:xfrm>
            <a:off x="5513832" y="37934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179"/>
          <p:cNvSpPr txBox="1"/>
          <p:nvPr/>
        </p:nvSpPr>
        <p:spPr>
          <a:xfrm>
            <a:off x="5440680" y="5879427"/>
            <a:ext cx="172565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Pink Peach Tree (Souvenir…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4" name="art-180" descr="Plum Park in Kameido · Utagawa Hiroshi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4346" y="3720280"/>
            <a:ext cx="1443348" cy="2122571"/>
          </a:xfrm>
          <a:prstGeom prst="rect">
            <a:avLst/>
          </a:prstGeom>
        </p:spPr>
      </p:pic>
      <p:sp>
        <p:nvSpPr>
          <p:cNvPr id="25" name="ex-181"/>
          <p:cNvSpPr/>
          <p:nvPr/>
        </p:nvSpPr>
        <p:spPr>
          <a:xfrm>
            <a:off x="7367498" y="37934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182"/>
          <p:cNvSpPr txBox="1"/>
          <p:nvPr/>
        </p:nvSpPr>
        <p:spPr>
          <a:xfrm>
            <a:off x="7367498" y="37934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183"/>
          <p:cNvSpPr txBox="1"/>
          <p:nvPr/>
        </p:nvSpPr>
        <p:spPr>
          <a:xfrm>
            <a:off x="7294346" y="5879427"/>
            <a:ext cx="144334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Plum Park in Kameido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Utagawa Hiroshige</a:t>
            </a:r>
            <a:endParaRPr lang="ko-KR" altLang="en-US" sz="900" dirty="0"/>
          </a:p>
        </p:txBody>
      </p:sp>
      <p:pic>
        <p:nvPicPr>
          <p:cNvPr id="28" name="art-184" descr="Springtime · Claude Mon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5710" y="3720280"/>
            <a:ext cx="2774602" cy="2122571"/>
          </a:xfrm>
          <a:prstGeom prst="rect">
            <a:avLst/>
          </a:prstGeom>
        </p:spPr>
      </p:pic>
      <p:sp>
        <p:nvSpPr>
          <p:cNvPr id="29" name="ex-185"/>
          <p:cNvSpPr/>
          <p:nvPr/>
        </p:nvSpPr>
        <p:spPr>
          <a:xfrm>
            <a:off x="8938862" y="37934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186"/>
          <p:cNvSpPr txBox="1"/>
          <p:nvPr/>
        </p:nvSpPr>
        <p:spPr>
          <a:xfrm>
            <a:off x="8938862" y="37934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187"/>
          <p:cNvSpPr txBox="1"/>
          <p:nvPr/>
        </p:nvSpPr>
        <p:spPr>
          <a:xfrm>
            <a:off x="8865710" y="5879427"/>
            <a:ext cx="277460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Springtime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Classic</a:t>
            </a:r>
            <a:endParaRPr lang="ko-KR" altLang="en-US" sz="3600" dirty="0"/>
          </a:p>
        </p:txBody>
      </p:sp>
      <p:sp>
        <p:nvSpPr>
          <p:cNvPr id="3" name="f-idx-188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04 / 21</a:t>
            </a:r>
            <a:endParaRPr lang="ko-KR" altLang="en-US" sz="1100" dirty="0"/>
          </a:p>
        </p:txBody>
      </p:sp>
      <p:sp>
        <p:nvSpPr>
          <p:cNvPr id="4" name="pill-189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190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7</a:t>
            </a:r>
            <a:endParaRPr lang="ko-KR" altLang="en-US" sz="1100" dirty="0"/>
          </a:p>
        </p:txBody>
      </p:sp>
      <p:sp>
        <p:nvSpPr>
          <p:cNvPr id="6" name="pill-191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192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0</a:t>
            </a:r>
            <a:endParaRPr lang="ko-KR" altLang="en-US" sz="1100" dirty="0"/>
          </a:p>
        </p:txBody>
      </p:sp>
      <p:pic>
        <p:nvPicPr>
          <p:cNvPr id="8" name="art-193" descr="Mona Lisa (The Frame 화면) · Leonardo da Vin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97843"/>
            <a:ext cx="7132320" cy="4757257"/>
          </a:xfrm>
          <a:prstGeom prst="rect">
            <a:avLst/>
          </a:prstGeom>
        </p:spPr>
      </p:pic>
      <p:sp>
        <p:nvSpPr>
          <p:cNvPr id="9" name="cap-194"/>
          <p:cNvSpPr txBox="1"/>
          <p:nvPr/>
        </p:nvSpPr>
        <p:spPr>
          <a:xfrm>
            <a:off x="548640" y="6191677"/>
            <a:ext cx="71323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Mona Lisa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Leonardo da Vinci</a:t>
            </a:r>
            <a:endParaRPr lang="ko-KR" altLang="en-US" sz="900" dirty="0"/>
          </a:p>
        </p:txBody>
      </p:sp>
      <p:pic>
        <p:nvPicPr>
          <p:cNvPr id="10" name="art-195" descr="Greek Women at the Fountain (Samsung OLED 화면) · Dominique Pape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377219"/>
            <a:ext cx="1680316" cy="1120771"/>
          </a:xfrm>
          <a:prstGeom prst="rect">
            <a:avLst/>
          </a:prstGeom>
        </p:spPr>
      </p:pic>
      <p:sp>
        <p:nvSpPr>
          <p:cNvPr id="11" name="cap-196"/>
          <p:cNvSpPr txBox="1"/>
          <p:nvPr/>
        </p:nvSpPr>
        <p:spPr>
          <a:xfrm>
            <a:off x="7909560" y="2534566"/>
            <a:ext cx="168031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Greek Women at the Founta…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Dominique Papety</a:t>
            </a:r>
            <a:endParaRPr lang="ko-KR" altLang="en-US" sz="900" dirty="0"/>
          </a:p>
        </p:txBody>
      </p:sp>
      <p:pic>
        <p:nvPicPr>
          <p:cNvPr id="12" name="art-197" descr="The Tower of Babel (Art TV 화면) · Pieter Bruegel the E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92" y="1377219"/>
            <a:ext cx="1922420" cy="1120771"/>
          </a:xfrm>
          <a:prstGeom prst="rect">
            <a:avLst/>
          </a:prstGeom>
        </p:spPr>
      </p:pic>
      <p:sp>
        <p:nvSpPr>
          <p:cNvPr id="13" name="cap-198"/>
          <p:cNvSpPr txBox="1"/>
          <p:nvPr/>
        </p:nvSpPr>
        <p:spPr>
          <a:xfrm>
            <a:off x="9717892" y="2534566"/>
            <a:ext cx="19224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Tower of Babel (Art TV 화…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Pieter Bruegel the Elder</a:t>
            </a:r>
            <a:endParaRPr lang="ko-KR" altLang="en-US" sz="900" dirty="0"/>
          </a:p>
        </p:txBody>
      </p:sp>
      <p:pic>
        <p:nvPicPr>
          <p:cNvPr id="14" name="art-199" descr="The Art of Painting / Vienna Viewed from the Belvedere (KHM 전시장 내 Art TV) · Johannes Vermeer / Bernardo Bellot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3028342"/>
            <a:ext cx="2280757" cy="1521265"/>
          </a:xfrm>
          <a:prstGeom prst="rect">
            <a:avLst/>
          </a:prstGeom>
        </p:spPr>
      </p:pic>
      <p:sp>
        <p:nvSpPr>
          <p:cNvPr id="15" name="cap-200"/>
          <p:cNvSpPr txBox="1"/>
          <p:nvPr/>
        </p:nvSpPr>
        <p:spPr>
          <a:xfrm>
            <a:off x="7909560" y="4586183"/>
            <a:ext cx="228075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Art of Painting / Vienna Viewe…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Johannes Vermeer / Bernardo Bellotto</a:t>
            </a:r>
            <a:endParaRPr lang="ko-KR" altLang="en-US" sz="900" dirty="0"/>
          </a:p>
        </p:txBody>
      </p:sp>
      <p:pic>
        <p:nvPicPr>
          <p:cNvPr id="16" name="art-201" descr="Las Meninas · Diego Velázque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333" y="3028342"/>
            <a:ext cx="1321979" cy="1521265"/>
          </a:xfrm>
          <a:prstGeom prst="rect">
            <a:avLst/>
          </a:prstGeom>
        </p:spPr>
      </p:pic>
      <p:sp>
        <p:nvSpPr>
          <p:cNvPr id="17" name="cap-202"/>
          <p:cNvSpPr txBox="1"/>
          <p:nvPr/>
        </p:nvSpPr>
        <p:spPr>
          <a:xfrm>
            <a:off x="10318333" y="4586183"/>
            <a:ext cx="13219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Las Meninas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Diego Velázquez</a:t>
            </a:r>
            <a:endParaRPr lang="ko-KR" altLang="en-US" sz="900" dirty="0"/>
          </a:p>
        </p:txBody>
      </p:sp>
      <p:pic>
        <p:nvPicPr>
          <p:cNvPr id="18" name="art-203" descr="The Wedding Feast at Cana · Paolo Verone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5079959"/>
            <a:ext cx="1635472" cy="1095766"/>
          </a:xfrm>
          <a:prstGeom prst="rect">
            <a:avLst/>
          </a:prstGeom>
        </p:spPr>
      </p:pic>
      <p:sp>
        <p:nvSpPr>
          <p:cNvPr id="19" name="cap-204"/>
          <p:cNvSpPr txBox="1"/>
          <p:nvPr/>
        </p:nvSpPr>
        <p:spPr>
          <a:xfrm>
            <a:off x="7909560" y="6212301"/>
            <a:ext cx="163547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Wedding Feast at Cana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Paolo Veronese</a:t>
            </a:r>
            <a:endParaRPr lang="ko-KR" altLang="en-US" sz="900" dirty="0"/>
          </a:p>
        </p:txBody>
      </p:sp>
      <p:pic>
        <p:nvPicPr>
          <p:cNvPr id="20" name="art-205" descr="La Grande Odalisque · Jean-Auguste-Dominique Ingr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3048" y="5079959"/>
            <a:ext cx="1967264" cy="1095766"/>
          </a:xfrm>
          <a:prstGeom prst="rect">
            <a:avLst/>
          </a:prstGeom>
        </p:spPr>
      </p:pic>
      <p:sp>
        <p:nvSpPr>
          <p:cNvPr id="21" name="cap-206"/>
          <p:cNvSpPr txBox="1"/>
          <p:nvPr/>
        </p:nvSpPr>
        <p:spPr>
          <a:xfrm>
            <a:off x="9673048" y="6212301"/>
            <a:ext cx="196726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La Grande Odalisque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Jean-Auguste-Dominique Ingres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Contemporary</a:t>
            </a:r>
            <a:endParaRPr lang="ko-KR" altLang="en-US" sz="3600" dirty="0"/>
          </a:p>
        </p:txBody>
      </p:sp>
      <p:sp>
        <p:nvSpPr>
          <p:cNvPr id="3" name="f-idx-207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05 / 21</a:t>
            </a:r>
            <a:endParaRPr lang="ko-KR" altLang="en-US" sz="1100" dirty="0"/>
          </a:p>
        </p:txBody>
      </p:sp>
      <p:sp>
        <p:nvSpPr>
          <p:cNvPr id="4" name="pill-208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09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7</a:t>
            </a:r>
            <a:endParaRPr lang="ko-KR" altLang="en-US" sz="1100" dirty="0"/>
          </a:p>
        </p:txBody>
      </p:sp>
      <p:sp>
        <p:nvSpPr>
          <p:cNvPr id="6" name="pill-210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11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0</a:t>
            </a:r>
            <a:endParaRPr lang="ko-KR" altLang="en-US" sz="1100" dirty="0"/>
          </a:p>
        </p:txBody>
      </p:sp>
      <p:pic>
        <p:nvPicPr>
          <p:cNvPr id="8" name="art-212" descr="Art Basel Hong Kong 2026 컬렉션 작품 (작품명 미확인, The Frame 화면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8834"/>
            <a:ext cx="6949440" cy="4635276"/>
          </a:xfrm>
          <a:prstGeom prst="rect">
            <a:avLst/>
          </a:prstGeom>
        </p:spPr>
      </p:pic>
      <p:sp>
        <p:nvSpPr>
          <p:cNvPr id="9" name="cap-213"/>
          <p:cNvSpPr txBox="1"/>
          <p:nvPr/>
        </p:nvSpPr>
        <p:spPr>
          <a:xfrm>
            <a:off x="548640" y="6130686"/>
            <a:ext cx="6949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Hong Kong 2026 컬렉션 작품 (작품명 미확인, 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0" name="art-214" descr="Art Basel Hong Kong 2026 컬렉션 작품 (작품명 미확인, Art TV 화면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427" y="1371600"/>
            <a:ext cx="1890061" cy="1260670"/>
          </a:xfrm>
          <a:prstGeom prst="rect">
            <a:avLst/>
          </a:prstGeom>
        </p:spPr>
      </p:pic>
      <p:sp>
        <p:nvSpPr>
          <p:cNvPr id="11" name="cap-215"/>
          <p:cNvSpPr txBox="1"/>
          <p:nvPr/>
        </p:nvSpPr>
        <p:spPr>
          <a:xfrm>
            <a:off x="7729427" y="2668846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Hong Kong 2026 컬…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2" name="art-216" descr="Art Basel Hong Kong 2026 컬렉션 작품 (작품명 미확인, Art TV 화면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4" y="1371600"/>
            <a:ext cx="1890061" cy="1260670"/>
          </a:xfrm>
          <a:prstGeom prst="rect">
            <a:avLst/>
          </a:prstGeom>
        </p:spPr>
      </p:pic>
      <p:sp>
        <p:nvSpPr>
          <p:cNvPr id="13" name="cap-217"/>
          <p:cNvSpPr txBox="1"/>
          <p:nvPr/>
        </p:nvSpPr>
        <p:spPr>
          <a:xfrm>
            <a:off x="9747504" y="2668846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Hong Kong 2026 컬…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4" name="art-218" descr="Art Basel in Basel 2026 Samsung 부스 작품 (작품명 미확인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427" y="3162622"/>
            <a:ext cx="1890061" cy="1260670"/>
          </a:xfrm>
          <a:prstGeom prst="rect">
            <a:avLst/>
          </a:prstGeom>
        </p:spPr>
      </p:pic>
      <p:sp>
        <p:nvSpPr>
          <p:cNvPr id="15" name="cap-219"/>
          <p:cNvSpPr txBox="1"/>
          <p:nvPr/>
        </p:nvSpPr>
        <p:spPr>
          <a:xfrm>
            <a:off x="7729427" y="4459869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in Basel 2026 Sams…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6" name="art-220" descr="Art Basel in Basel 2026 Samsung 부스 작품 (작품명 미확인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4" y="3162622"/>
            <a:ext cx="1890061" cy="1260670"/>
          </a:xfrm>
          <a:prstGeom prst="rect">
            <a:avLst/>
          </a:prstGeom>
        </p:spPr>
      </p:pic>
      <p:sp>
        <p:nvSpPr>
          <p:cNvPr id="17" name="cap-221"/>
          <p:cNvSpPr txBox="1"/>
          <p:nvPr/>
        </p:nvSpPr>
        <p:spPr>
          <a:xfrm>
            <a:off x="9747504" y="4459869"/>
            <a:ext cx="18900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in Basel 2026 Sams…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8" name="art-222" descr="Art Basel in Basel 2026 Samsung 부스 Micro RGB 화면 (작품명 미확인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9427" y="4953645"/>
            <a:ext cx="1840628" cy="1227699"/>
          </a:xfrm>
          <a:prstGeom prst="rect">
            <a:avLst/>
          </a:prstGeom>
        </p:spPr>
      </p:pic>
      <p:sp>
        <p:nvSpPr>
          <p:cNvPr id="19" name="cap-223"/>
          <p:cNvSpPr txBox="1"/>
          <p:nvPr/>
        </p:nvSpPr>
        <p:spPr>
          <a:xfrm>
            <a:off x="7729427" y="6217920"/>
            <a:ext cx="18406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in Basel 2026 Sam…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20" name="art-224" descr="Art Basel Miami Beach 2025 컬렉션 작품 (작품명 미확인, Art TV 화면)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8072" y="4953645"/>
            <a:ext cx="1939493" cy="1227699"/>
          </a:xfrm>
          <a:prstGeom prst="rect">
            <a:avLst/>
          </a:prstGeom>
        </p:spPr>
      </p:pic>
      <p:sp>
        <p:nvSpPr>
          <p:cNvPr id="21" name="cap-225"/>
          <p:cNvSpPr txBox="1"/>
          <p:nvPr/>
        </p:nvSpPr>
        <p:spPr>
          <a:xfrm>
            <a:off x="9698072" y="6217920"/>
            <a:ext cx="193949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Art Basel Miami Beach 2025 컬…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Digital Art</a:t>
            </a:r>
            <a:endParaRPr lang="ko-KR" altLang="en-US" sz="3600" dirty="0"/>
          </a:p>
        </p:txBody>
      </p:sp>
      <p:sp>
        <p:nvSpPr>
          <p:cNvPr id="3" name="f-idx-226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06 / 21</a:t>
            </a:r>
            <a:endParaRPr lang="ko-KR" altLang="en-US" sz="1100" dirty="0"/>
          </a:p>
        </p:txBody>
      </p:sp>
      <p:sp>
        <p:nvSpPr>
          <p:cNvPr id="4" name="pill-227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28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229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30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231" descr="Mandelbrot set (fractal) · Commons 업로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755" y="1371600"/>
            <a:ext cx="1451572" cy="2285940"/>
          </a:xfrm>
          <a:prstGeom prst="rect">
            <a:avLst/>
          </a:prstGeom>
        </p:spPr>
      </p:pic>
      <p:sp>
        <p:nvSpPr>
          <p:cNvPr id="9" name="ex-232"/>
          <p:cNvSpPr/>
          <p:nvPr/>
        </p:nvSpPr>
        <p:spPr>
          <a:xfrm>
            <a:off x="182090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233"/>
          <p:cNvSpPr txBox="1"/>
          <p:nvPr/>
        </p:nvSpPr>
        <p:spPr>
          <a:xfrm>
            <a:off x="182090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234"/>
          <p:cNvSpPr txBox="1"/>
          <p:nvPr/>
        </p:nvSpPr>
        <p:spPr>
          <a:xfrm>
            <a:off x="1747755" y="3694116"/>
            <a:ext cx="145157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Mandelbrot set (fract…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12" name="art-235" descr="Julia set (fractal) · Commons 업로더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43" y="1371600"/>
            <a:ext cx="2285940" cy="2285940"/>
          </a:xfrm>
          <a:prstGeom prst="rect">
            <a:avLst/>
          </a:prstGeom>
        </p:spPr>
      </p:pic>
      <p:sp>
        <p:nvSpPr>
          <p:cNvPr id="13" name="ex-236"/>
          <p:cNvSpPr/>
          <p:nvPr/>
        </p:nvSpPr>
        <p:spPr>
          <a:xfrm>
            <a:off x="3400495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237"/>
          <p:cNvSpPr txBox="1"/>
          <p:nvPr/>
        </p:nvSpPr>
        <p:spPr>
          <a:xfrm>
            <a:off x="3400495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238"/>
          <p:cNvSpPr txBox="1"/>
          <p:nvPr/>
        </p:nvSpPr>
        <p:spPr>
          <a:xfrm>
            <a:off x="3327343" y="3694116"/>
            <a:ext cx="22859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Julia set (fractal)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16" name="art-239" descr="Barnsley fern · Commons 업로더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00" y="1371600"/>
            <a:ext cx="2285940" cy="2285940"/>
          </a:xfrm>
          <a:prstGeom prst="rect">
            <a:avLst/>
          </a:prstGeom>
        </p:spPr>
      </p:pic>
      <p:sp>
        <p:nvSpPr>
          <p:cNvPr id="17" name="ex-240"/>
          <p:cNvSpPr/>
          <p:nvPr/>
        </p:nvSpPr>
        <p:spPr>
          <a:xfrm>
            <a:off x="5814452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241"/>
          <p:cNvSpPr txBox="1"/>
          <p:nvPr/>
        </p:nvSpPr>
        <p:spPr>
          <a:xfrm>
            <a:off x="5814452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242"/>
          <p:cNvSpPr txBox="1"/>
          <p:nvPr/>
        </p:nvSpPr>
        <p:spPr>
          <a:xfrm>
            <a:off x="5741300" y="3694116"/>
            <a:ext cx="22859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Barnsley fern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20" name="art-243" descr="Fractal flame · Commons 업로더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256" y="1371600"/>
            <a:ext cx="2285940" cy="2285940"/>
          </a:xfrm>
          <a:prstGeom prst="rect">
            <a:avLst/>
          </a:prstGeom>
        </p:spPr>
      </p:pic>
      <p:sp>
        <p:nvSpPr>
          <p:cNvPr id="21" name="ex-244"/>
          <p:cNvSpPr/>
          <p:nvPr/>
        </p:nvSpPr>
        <p:spPr>
          <a:xfrm>
            <a:off x="8228408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245"/>
          <p:cNvSpPr txBox="1"/>
          <p:nvPr/>
        </p:nvSpPr>
        <p:spPr>
          <a:xfrm>
            <a:off x="8228408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246"/>
          <p:cNvSpPr txBox="1"/>
          <p:nvPr/>
        </p:nvSpPr>
        <p:spPr>
          <a:xfrm>
            <a:off x="8155256" y="3694116"/>
            <a:ext cx="22859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Fractal flame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24" name="art-247" descr="Newton fractal · Commons 업로더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2091" y="4187892"/>
            <a:ext cx="3540767" cy="1993452"/>
          </a:xfrm>
          <a:prstGeom prst="rect">
            <a:avLst/>
          </a:prstGeom>
        </p:spPr>
      </p:pic>
      <p:sp>
        <p:nvSpPr>
          <p:cNvPr id="25" name="ex-248"/>
          <p:cNvSpPr/>
          <p:nvPr/>
        </p:nvSpPr>
        <p:spPr>
          <a:xfrm>
            <a:off x="1835243" y="426104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249"/>
          <p:cNvSpPr txBox="1"/>
          <p:nvPr/>
        </p:nvSpPr>
        <p:spPr>
          <a:xfrm>
            <a:off x="1835243" y="42610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250"/>
          <p:cNvSpPr txBox="1"/>
          <p:nvPr/>
        </p:nvSpPr>
        <p:spPr>
          <a:xfrm>
            <a:off x="1762091" y="6217920"/>
            <a:ext cx="354076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Newton fractal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28" name="art-251" descr="Mandelbrot set zoom (satellite antenna) · Commons 업로더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0874" y="4187892"/>
            <a:ext cx="2657935" cy="1993452"/>
          </a:xfrm>
          <a:prstGeom prst="rect">
            <a:avLst/>
          </a:prstGeom>
        </p:spPr>
      </p:pic>
      <p:sp>
        <p:nvSpPr>
          <p:cNvPr id="29" name="ex-252"/>
          <p:cNvSpPr/>
          <p:nvPr/>
        </p:nvSpPr>
        <p:spPr>
          <a:xfrm>
            <a:off x="5504026" y="426104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253"/>
          <p:cNvSpPr txBox="1"/>
          <p:nvPr/>
        </p:nvSpPr>
        <p:spPr>
          <a:xfrm>
            <a:off x="5504026" y="42610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254"/>
          <p:cNvSpPr txBox="1"/>
          <p:nvPr/>
        </p:nvSpPr>
        <p:spPr>
          <a:xfrm>
            <a:off x="5430874" y="6217920"/>
            <a:ext cx="265793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Mandelbrot set zoom (satellite antenna)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  <p:pic>
        <p:nvPicPr>
          <p:cNvPr id="32" name="art-255" descr="Mandelbulb · Commons 업로더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826" y="4187892"/>
            <a:ext cx="2210035" cy="1993452"/>
          </a:xfrm>
          <a:prstGeom prst="rect">
            <a:avLst/>
          </a:prstGeom>
        </p:spPr>
      </p:pic>
      <p:sp>
        <p:nvSpPr>
          <p:cNvPr id="33" name="ex-256"/>
          <p:cNvSpPr/>
          <p:nvPr/>
        </p:nvSpPr>
        <p:spPr>
          <a:xfrm>
            <a:off x="8289978" y="426104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257"/>
          <p:cNvSpPr txBox="1"/>
          <p:nvPr/>
        </p:nvSpPr>
        <p:spPr>
          <a:xfrm>
            <a:off x="8289978" y="42610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258"/>
          <p:cNvSpPr txBox="1"/>
          <p:nvPr/>
        </p:nvSpPr>
        <p:spPr>
          <a:xfrm>
            <a:off x="8216826" y="6217920"/>
            <a:ext cx="221003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Mandelbulb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업로더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Fall in love</a:t>
            </a:r>
            <a:endParaRPr lang="ko-KR" altLang="en-US" sz="3600" dirty="0"/>
          </a:p>
        </p:txBody>
      </p:sp>
      <p:sp>
        <p:nvSpPr>
          <p:cNvPr id="3" name="f-idx-25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07 / 21</a:t>
            </a:r>
            <a:endParaRPr lang="ko-KR" altLang="en-US" sz="1100" dirty="0"/>
          </a:p>
        </p:txBody>
      </p:sp>
      <p:sp>
        <p:nvSpPr>
          <p:cNvPr id="4" name="pill-26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6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26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6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264" descr="The Kiss · Gustav Klim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127" y="1371600"/>
            <a:ext cx="2084890" cy="2091163"/>
          </a:xfrm>
          <a:prstGeom prst="rect">
            <a:avLst/>
          </a:prstGeom>
        </p:spPr>
      </p:pic>
      <p:sp>
        <p:nvSpPr>
          <p:cNvPr id="9" name="cap-265"/>
          <p:cNvSpPr txBox="1"/>
          <p:nvPr/>
        </p:nvSpPr>
        <p:spPr>
          <a:xfrm>
            <a:off x="2699127" y="3499339"/>
            <a:ext cx="20848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Kiss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 Klimt</a:t>
            </a:r>
            <a:endParaRPr lang="ko-KR" altLang="en-US" sz="900" dirty="0"/>
          </a:p>
        </p:txBody>
      </p:sp>
      <p:pic>
        <p:nvPicPr>
          <p:cNvPr id="10" name="art-266" descr="Dance at Le Moulin de la Galette · Pierre-Auguste Reno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033" y="1371600"/>
            <a:ext cx="2814486" cy="2091163"/>
          </a:xfrm>
          <a:prstGeom prst="rect">
            <a:avLst/>
          </a:prstGeom>
        </p:spPr>
      </p:pic>
      <p:sp>
        <p:nvSpPr>
          <p:cNvPr id="11" name="cap-267"/>
          <p:cNvSpPr txBox="1"/>
          <p:nvPr/>
        </p:nvSpPr>
        <p:spPr>
          <a:xfrm>
            <a:off x="4912033" y="3499339"/>
            <a:ext cx="28144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Dance at Le Moulin de la Galette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Pierre-Auguste Renoir</a:t>
            </a:r>
            <a:endParaRPr lang="ko-KR" altLang="en-US" sz="900" dirty="0"/>
          </a:p>
        </p:txBody>
      </p:sp>
      <p:pic>
        <p:nvPicPr>
          <p:cNvPr id="12" name="art-268" descr="The Swing · Jean-Honoré Fragon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535" y="1371600"/>
            <a:ext cx="1635290" cy="2091163"/>
          </a:xfrm>
          <a:prstGeom prst="rect">
            <a:avLst/>
          </a:prstGeom>
        </p:spPr>
      </p:pic>
      <p:sp>
        <p:nvSpPr>
          <p:cNvPr id="13" name="ex-269"/>
          <p:cNvSpPr/>
          <p:nvPr/>
        </p:nvSpPr>
        <p:spPr>
          <a:xfrm>
            <a:off x="792768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270"/>
          <p:cNvSpPr txBox="1"/>
          <p:nvPr/>
        </p:nvSpPr>
        <p:spPr>
          <a:xfrm>
            <a:off x="792768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271"/>
          <p:cNvSpPr txBox="1"/>
          <p:nvPr/>
        </p:nvSpPr>
        <p:spPr>
          <a:xfrm>
            <a:off x="7854535" y="3499339"/>
            <a:ext cx="16352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Swing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Jean-Honoré Fragonard</a:t>
            </a:r>
            <a:endParaRPr lang="ko-KR" altLang="en-US" sz="900" dirty="0"/>
          </a:p>
        </p:txBody>
      </p:sp>
      <p:pic>
        <p:nvPicPr>
          <p:cNvPr id="16" name="art-272" descr="The Kiss · Francesco Hayez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721" y="3993115"/>
            <a:ext cx="1754959" cy="2188229"/>
          </a:xfrm>
          <a:prstGeom prst="rect">
            <a:avLst/>
          </a:prstGeom>
        </p:spPr>
      </p:pic>
      <p:sp>
        <p:nvSpPr>
          <p:cNvPr id="17" name="ex-273"/>
          <p:cNvSpPr/>
          <p:nvPr/>
        </p:nvSpPr>
        <p:spPr>
          <a:xfrm>
            <a:off x="2746873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274"/>
          <p:cNvSpPr txBox="1"/>
          <p:nvPr/>
        </p:nvSpPr>
        <p:spPr>
          <a:xfrm>
            <a:off x="2746873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275"/>
          <p:cNvSpPr txBox="1"/>
          <p:nvPr/>
        </p:nvSpPr>
        <p:spPr>
          <a:xfrm>
            <a:off x="2673721" y="6217920"/>
            <a:ext cx="175495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Kiss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Francesco Hayez</a:t>
            </a:r>
            <a:endParaRPr lang="ko-KR" altLang="en-US" sz="900" dirty="0"/>
          </a:p>
        </p:txBody>
      </p:sp>
      <p:pic>
        <p:nvPicPr>
          <p:cNvPr id="20" name="art-276" descr="Dance at Bougival · Pierre-Auguste Reno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696" y="3993115"/>
            <a:ext cx="1153197" cy="2188229"/>
          </a:xfrm>
          <a:prstGeom prst="rect">
            <a:avLst/>
          </a:prstGeom>
        </p:spPr>
      </p:pic>
      <p:sp>
        <p:nvSpPr>
          <p:cNvPr id="21" name="ex-277"/>
          <p:cNvSpPr/>
          <p:nvPr/>
        </p:nvSpPr>
        <p:spPr>
          <a:xfrm>
            <a:off x="4629848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278"/>
          <p:cNvSpPr txBox="1"/>
          <p:nvPr/>
        </p:nvSpPr>
        <p:spPr>
          <a:xfrm>
            <a:off x="4629848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279"/>
          <p:cNvSpPr txBox="1"/>
          <p:nvPr/>
        </p:nvSpPr>
        <p:spPr>
          <a:xfrm>
            <a:off x="4556696" y="6217920"/>
            <a:ext cx="115319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Dance at Bougival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Pierre-Auguste Renoir</a:t>
            </a:r>
            <a:endParaRPr lang="ko-KR" altLang="en-US" sz="900" dirty="0"/>
          </a:p>
        </p:txBody>
      </p:sp>
      <p:pic>
        <p:nvPicPr>
          <p:cNvPr id="24" name="art-280" descr="The Fulfilment (Stoclet Frieze) · Gustav Klim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7908" y="3993115"/>
            <a:ext cx="1363266" cy="2188229"/>
          </a:xfrm>
          <a:prstGeom prst="rect">
            <a:avLst/>
          </a:prstGeom>
        </p:spPr>
      </p:pic>
      <p:sp>
        <p:nvSpPr>
          <p:cNvPr id="25" name="ex-281"/>
          <p:cNvSpPr/>
          <p:nvPr/>
        </p:nvSpPr>
        <p:spPr>
          <a:xfrm>
            <a:off x="5911060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282"/>
          <p:cNvSpPr txBox="1"/>
          <p:nvPr/>
        </p:nvSpPr>
        <p:spPr>
          <a:xfrm>
            <a:off x="5911060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283"/>
          <p:cNvSpPr txBox="1"/>
          <p:nvPr/>
        </p:nvSpPr>
        <p:spPr>
          <a:xfrm>
            <a:off x="5837908" y="6217920"/>
            <a:ext cx="136326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Fulfilment (Stoc…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 Klimt</a:t>
            </a:r>
            <a:endParaRPr lang="ko-KR" altLang="en-US" sz="900" dirty="0"/>
          </a:p>
        </p:txBody>
      </p:sp>
      <p:pic>
        <p:nvPicPr>
          <p:cNvPr id="28" name="art-284" descr="Flaming June · Frederic Leight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9191" y="3993115"/>
            <a:ext cx="2186040" cy="2188229"/>
          </a:xfrm>
          <a:prstGeom prst="rect">
            <a:avLst/>
          </a:prstGeom>
        </p:spPr>
      </p:pic>
      <p:sp>
        <p:nvSpPr>
          <p:cNvPr id="29" name="ex-285"/>
          <p:cNvSpPr/>
          <p:nvPr/>
        </p:nvSpPr>
        <p:spPr>
          <a:xfrm>
            <a:off x="7402343" y="406626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286"/>
          <p:cNvSpPr txBox="1"/>
          <p:nvPr/>
        </p:nvSpPr>
        <p:spPr>
          <a:xfrm>
            <a:off x="7402343" y="406626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287"/>
          <p:cNvSpPr txBox="1"/>
          <p:nvPr/>
        </p:nvSpPr>
        <p:spPr>
          <a:xfrm>
            <a:off x="7329191" y="6217920"/>
            <a:ext cx="21860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Flaming June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Frederic Leighton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Film</a:t>
            </a:r>
            <a:endParaRPr lang="ko-KR" altLang="en-US" sz="3600" dirty="0"/>
          </a:p>
        </p:txBody>
      </p:sp>
      <p:sp>
        <p:nvSpPr>
          <p:cNvPr id="3" name="f-idx-288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08 / 21</a:t>
            </a:r>
            <a:endParaRPr lang="ko-KR" altLang="en-US" sz="1100" dirty="0"/>
          </a:p>
        </p:txBody>
      </p:sp>
      <p:sp>
        <p:nvSpPr>
          <p:cNvPr id="4" name="pill-289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290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291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292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4</a:t>
            </a:r>
            <a:endParaRPr lang="ko-KR" altLang="en-US" sz="1100" dirty="0"/>
          </a:p>
        </p:txBody>
      </p:sp>
      <p:pic>
        <p:nvPicPr>
          <p:cNvPr id="8" name="art-293" descr="A24 Cinematic Collection 스틸 (영화명 미확인, The Frame 화면) · A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5012"/>
            <a:ext cx="5120640" cy="2882920"/>
          </a:xfrm>
          <a:prstGeom prst="rect">
            <a:avLst/>
          </a:prstGeom>
        </p:spPr>
      </p:pic>
      <p:sp>
        <p:nvSpPr>
          <p:cNvPr id="9" name="cap-294"/>
          <p:cNvSpPr txBox="1"/>
          <p:nvPr/>
        </p:nvSpPr>
        <p:spPr>
          <a:xfrm>
            <a:off x="548640" y="5254508"/>
            <a:ext cx="51206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A24 Cinematic Collection 스틸 (영화명 미확인, 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A24</a:t>
            </a:r>
            <a:endParaRPr lang="ko-KR" altLang="en-US" sz="900" dirty="0"/>
          </a:p>
        </p:txBody>
      </p:sp>
      <p:pic>
        <p:nvPicPr>
          <p:cNvPr id="10" name="art-295" descr="A24 Cinematic Collection 스틸 (영화명 미확인, The Frame 화면) · A2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17608"/>
            <a:ext cx="3167886" cy="1783520"/>
          </a:xfrm>
          <a:prstGeom prst="rect">
            <a:avLst/>
          </a:prstGeom>
        </p:spPr>
      </p:pic>
      <p:sp>
        <p:nvSpPr>
          <p:cNvPr id="11" name="cap-296"/>
          <p:cNvSpPr txBox="1"/>
          <p:nvPr/>
        </p:nvSpPr>
        <p:spPr>
          <a:xfrm>
            <a:off x="5897880" y="3237704"/>
            <a:ext cx="31678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A24 Cinematic Collection 스틸 (영화명 미확인, The…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A24</a:t>
            </a:r>
            <a:endParaRPr lang="ko-KR" altLang="en-US" sz="900" dirty="0"/>
          </a:p>
        </p:txBody>
      </p:sp>
      <p:pic>
        <p:nvPicPr>
          <p:cNvPr id="12" name="art-297" descr="A Trip to the Moon (still) · Georges Méliè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782" y="1417608"/>
            <a:ext cx="2446530" cy="1783520"/>
          </a:xfrm>
          <a:prstGeom prst="rect">
            <a:avLst/>
          </a:prstGeom>
        </p:spPr>
      </p:pic>
      <p:sp>
        <p:nvSpPr>
          <p:cNvPr id="13" name="ex-298"/>
          <p:cNvSpPr/>
          <p:nvPr/>
        </p:nvSpPr>
        <p:spPr>
          <a:xfrm>
            <a:off x="9266934" y="149076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299"/>
          <p:cNvSpPr txBox="1"/>
          <p:nvPr/>
        </p:nvSpPr>
        <p:spPr>
          <a:xfrm>
            <a:off x="9266934" y="149076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300"/>
          <p:cNvSpPr txBox="1"/>
          <p:nvPr/>
        </p:nvSpPr>
        <p:spPr>
          <a:xfrm>
            <a:off x="9193782" y="3237704"/>
            <a:ext cx="244653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 Trip to the Moon (still)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Georges Méliès</a:t>
            </a:r>
            <a:endParaRPr lang="ko-KR" altLang="en-US" sz="900" dirty="0"/>
          </a:p>
        </p:txBody>
      </p:sp>
      <p:pic>
        <p:nvPicPr>
          <p:cNvPr id="16" name="art-301" descr="Metropolis (poster) · Heinz Schulz-Neudam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731480"/>
            <a:ext cx="1824526" cy="2403856"/>
          </a:xfrm>
          <a:prstGeom prst="rect">
            <a:avLst/>
          </a:prstGeom>
        </p:spPr>
      </p:pic>
      <p:sp>
        <p:nvSpPr>
          <p:cNvPr id="17" name="ex-302"/>
          <p:cNvSpPr/>
          <p:nvPr/>
        </p:nvSpPr>
        <p:spPr>
          <a:xfrm>
            <a:off x="5971032" y="38046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303"/>
          <p:cNvSpPr txBox="1"/>
          <p:nvPr/>
        </p:nvSpPr>
        <p:spPr>
          <a:xfrm>
            <a:off x="5971032" y="38046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304"/>
          <p:cNvSpPr txBox="1"/>
          <p:nvPr/>
        </p:nvSpPr>
        <p:spPr>
          <a:xfrm>
            <a:off x="5897880" y="6171912"/>
            <a:ext cx="182452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Metropolis (poster)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Heinz Schulz-Neudamm</a:t>
            </a:r>
            <a:endParaRPr lang="ko-KR" altLang="en-US" sz="900" dirty="0"/>
          </a:p>
        </p:txBody>
      </p:sp>
      <p:pic>
        <p:nvPicPr>
          <p:cNvPr id="20" name="art-305" descr="Nosferatu (still) · F. W. Murna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0422" y="3731480"/>
            <a:ext cx="1883020" cy="2403856"/>
          </a:xfrm>
          <a:prstGeom prst="rect">
            <a:avLst/>
          </a:prstGeom>
        </p:spPr>
      </p:pic>
      <p:sp>
        <p:nvSpPr>
          <p:cNvPr id="21" name="ex-306"/>
          <p:cNvSpPr/>
          <p:nvPr/>
        </p:nvSpPr>
        <p:spPr>
          <a:xfrm>
            <a:off x="7923574" y="38046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307"/>
          <p:cNvSpPr txBox="1"/>
          <p:nvPr/>
        </p:nvSpPr>
        <p:spPr>
          <a:xfrm>
            <a:off x="7923574" y="38046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308"/>
          <p:cNvSpPr txBox="1"/>
          <p:nvPr/>
        </p:nvSpPr>
        <p:spPr>
          <a:xfrm>
            <a:off x="7850422" y="6171912"/>
            <a:ext cx="18830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Nosferatu (still)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F. W. Murnau</a:t>
            </a:r>
            <a:endParaRPr lang="ko-KR" altLang="en-US" sz="900" dirty="0"/>
          </a:p>
        </p:txBody>
      </p:sp>
      <p:pic>
        <p:nvPicPr>
          <p:cNvPr id="24" name="art-309" descr="The Kid (still) · Charlie Chapl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459" y="3731480"/>
            <a:ext cx="1778853" cy="2403856"/>
          </a:xfrm>
          <a:prstGeom prst="rect">
            <a:avLst/>
          </a:prstGeom>
        </p:spPr>
      </p:pic>
      <p:sp>
        <p:nvSpPr>
          <p:cNvPr id="25" name="ex-310"/>
          <p:cNvSpPr/>
          <p:nvPr/>
        </p:nvSpPr>
        <p:spPr>
          <a:xfrm>
            <a:off x="9934611" y="380463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311"/>
          <p:cNvSpPr txBox="1"/>
          <p:nvPr/>
        </p:nvSpPr>
        <p:spPr>
          <a:xfrm>
            <a:off x="9934611" y="380463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312"/>
          <p:cNvSpPr txBox="1"/>
          <p:nvPr/>
        </p:nvSpPr>
        <p:spPr>
          <a:xfrm>
            <a:off x="9861459" y="6171912"/>
            <a:ext cx="177885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Kid (still)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Charlie Chaplin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Hello Summer</a:t>
            </a:r>
            <a:endParaRPr lang="ko-KR" altLang="en-US" sz="3600" dirty="0"/>
          </a:p>
        </p:txBody>
      </p:sp>
      <p:sp>
        <p:nvSpPr>
          <p:cNvPr id="3" name="f-idx-313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09 / 21</a:t>
            </a:r>
            <a:endParaRPr lang="ko-KR" altLang="en-US" sz="1100" dirty="0"/>
          </a:p>
        </p:txBody>
      </p:sp>
      <p:sp>
        <p:nvSpPr>
          <p:cNvPr id="4" name="pill-314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315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316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317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318" descr="A Sunday on La Grande Jatte (Art TV 화면) · Georges Seur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63714"/>
            <a:ext cx="4663440" cy="2625517"/>
          </a:xfrm>
          <a:prstGeom prst="rect">
            <a:avLst/>
          </a:prstGeom>
        </p:spPr>
      </p:pic>
      <p:sp>
        <p:nvSpPr>
          <p:cNvPr id="9" name="cap-319"/>
          <p:cNvSpPr txBox="1"/>
          <p:nvPr/>
        </p:nvSpPr>
        <p:spPr>
          <a:xfrm>
            <a:off x="548640" y="5125806"/>
            <a:ext cx="46634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 Sunday on La Grande Jatte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Georges Seurat</a:t>
            </a:r>
            <a:endParaRPr lang="ko-KR" altLang="en-US" sz="900" dirty="0"/>
          </a:p>
        </p:txBody>
      </p:sp>
      <p:pic>
        <p:nvPicPr>
          <p:cNvPr id="10" name="art-320" descr="Summer · Giuseppe Arcimbol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84540"/>
            <a:ext cx="1155797" cy="1528833"/>
          </a:xfrm>
          <a:prstGeom prst="rect">
            <a:avLst/>
          </a:prstGeom>
        </p:spPr>
      </p:pic>
      <p:sp>
        <p:nvSpPr>
          <p:cNvPr id="11" name="cap-321"/>
          <p:cNvSpPr txBox="1"/>
          <p:nvPr/>
        </p:nvSpPr>
        <p:spPr>
          <a:xfrm>
            <a:off x="5440680" y="3549949"/>
            <a:ext cx="115579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Summer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Giuseppe Arcimboldo</a:t>
            </a:r>
            <a:endParaRPr lang="ko-KR" altLang="en-US" sz="900" dirty="0"/>
          </a:p>
        </p:txBody>
      </p:sp>
      <p:pic>
        <p:nvPicPr>
          <p:cNvPr id="12" name="art-322" descr="Children on the Beach · Joaquín Soroll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3" y="1984540"/>
            <a:ext cx="2481871" cy="1528833"/>
          </a:xfrm>
          <a:prstGeom prst="rect">
            <a:avLst/>
          </a:prstGeom>
        </p:spPr>
      </p:pic>
      <p:sp>
        <p:nvSpPr>
          <p:cNvPr id="13" name="ex-323"/>
          <p:cNvSpPr/>
          <p:nvPr/>
        </p:nvSpPr>
        <p:spPr>
          <a:xfrm>
            <a:off x="6797645" y="205769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324"/>
          <p:cNvSpPr txBox="1"/>
          <p:nvPr/>
        </p:nvSpPr>
        <p:spPr>
          <a:xfrm>
            <a:off x="6797645" y="20576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325"/>
          <p:cNvSpPr txBox="1"/>
          <p:nvPr/>
        </p:nvSpPr>
        <p:spPr>
          <a:xfrm>
            <a:off x="6724493" y="3549949"/>
            <a:ext cx="248187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Children on the Beach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Joaquín Sorolla</a:t>
            </a:r>
            <a:endParaRPr lang="ko-KR" altLang="en-US" sz="900" dirty="0"/>
          </a:p>
        </p:txBody>
      </p:sp>
      <p:pic>
        <p:nvPicPr>
          <p:cNvPr id="16" name="art-326" descr="Bathers at Asnières · Georges Seur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381" y="1984540"/>
            <a:ext cx="2305931" cy="1528833"/>
          </a:xfrm>
          <a:prstGeom prst="rect">
            <a:avLst/>
          </a:prstGeom>
        </p:spPr>
      </p:pic>
      <p:sp>
        <p:nvSpPr>
          <p:cNvPr id="17" name="ex-327"/>
          <p:cNvSpPr/>
          <p:nvPr/>
        </p:nvSpPr>
        <p:spPr>
          <a:xfrm>
            <a:off x="9407533" y="205769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328"/>
          <p:cNvSpPr txBox="1"/>
          <p:nvPr/>
        </p:nvSpPr>
        <p:spPr>
          <a:xfrm>
            <a:off x="9407533" y="20576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329"/>
          <p:cNvSpPr txBox="1"/>
          <p:nvPr/>
        </p:nvSpPr>
        <p:spPr>
          <a:xfrm>
            <a:off x="9334381" y="3549949"/>
            <a:ext cx="230593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Bathers at Asnières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Georges Seurat</a:t>
            </a:r>
            <a:endParaRPr lang="ko-KR" altLang="en-US" sz="900" dirty="0"/>
          </a:p>
        </p:txBody>
      </p:sp>
      <p:pic>
        <p:nvPicPr>
          <p:cNvPr id="20" name="art-330" descr="Walk on the Beach · Joaquín Soroll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4043725"/>
            <a:ext cx="1506383" cy="1524679"/>
          </a:xfrm>
          <a:prstGeom prst="rect">
            <a:avLst/>
          </a:prstGeom>
        </p:spPr>
      </p:pic>
      <p:sp>
        <p:nvSpPr>
          <p:cNvPr id="21" name="ex-331"/>
          <p:cNvSpPr/>
          <p:nvPr/>
        </p:nvSpPr>
        <p:spPr>
          <a:xfrm>
            <a:off x="5513832" y="41168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332"/>
          <p:cNvSpPr txBox="1"/>
          <p:nvPr/>
        </p:nvSpPr>
        <p:spPr>
          <a:xfrm>
            <a:off x="5513832" y="41168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333"/>
          <p:cNvSpPr txBox="1"/>
          <p:nvPr/>
        </p:nvSpPr>
        <p:spPr>
          <a:xfrm>
            <a:off x="5440680" y="5604980"/>
            <a:ext cx="150638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Walk on the Beach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Joaquín Sorolla</a:t>
            </a:r>
            <a:endParaRPr lang="ko-KR" altLang="en-US" sz="900" dirty="0"/>
          </a:p>
        </p:txBody>
      </p:sp>
      <p:pic>
        <p:nvPicPr>
          <p:cNvPr id="24" name="art-334" descr="Woman with a Parasol · Claude Mon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079" y="4043725"/>
            <a:ext cx="1227367" cy="1524679"/>
          </a:xfrm>
          <a:prstGeom prst="rect">
            <a:avLst/>
          </a:prstGeom>
        </p:spPr>
      </p:pic>
      <p:sp>
        <p:nvSpPr>
          <p:cNvPr id="25" name="ex-335"/>
          <p:cNvSpPr/>
          <p:nvPr/>
        </p:nvSpPr>
        <p:spPr>
          <a:xfrm>
            <a:off x="7148231" y="41168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336"/>
          <p:cNvSpPr txBox="1"/>
          <p:nvPr/>
        </p:nvSpPr>
        <p:spPr>
          <a:xfrm>
            <a:off x="7148231" y="41168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337"/>
          <p:cNvSpPr txBox="1"/>
          <p:nvPr/>
        </p:nvSpPr>
        <p:spPr>
          <a:xfrm>
            <a:off x="7075079" y="5604980"/>
            <a:ext cx="122736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Woman with a Paras…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8" name="art-338" descr="The Beach at Trouville · Eugène Boudi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461" y="4043725"/>
            <a:ext cx="3209851" cy="1524679"/>
          </a:xfrm>
          <a:prstGeom prst="rect">
            <a:avLst/>
          </a:prstGeom>
        </p:spPr>
      </p:pic>
      <p:sp>
        <p:nvSpPr>
          <p:cNvPr id="29" name="ex-339"/>
          <p:cNvSpPr/>
          <p:nvPr/>
        </p:nvSpPr>
        <p:spPr>
          <a:xfrm>
            <a:off x="8503613" y="41168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340"/>
          <p:cNvSpPr txBox="1"/>
          <p:nvPr/>
        </p:nvSpPr>
        <p:spPr>
          <a:xfrm>
            <a:off x="8503613" y="41168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341"/>
          <p:cNvSpPr txBox="1"/>
          <p:nvPr/>
        </p:nvSpPr>
        <p:spPr>
          <a:xfrm>
            <a:off x="8430461" y="5604980"/>
            <a:ext cx="320985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Beach at Trouville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Eugène Boudin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Landscape</a:t>
            </a:r>
            <a:endParaRPr lang="ko-KR" altLang="en-US" sz="3600" dirty="0"/>
          </a:p>
        </p:txBody>
      </p:sp>
      <p:sp>
        <p:nvSpPr>
          <p:cNvPr id="3" name="f-idx-34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10 / 21</a:t>
            </a:r>
            <a:endParaRPr lang="ko-KR" altLang="en-US" sz="1100" dirty="0"/>
          </a:p>
        </p:txBody>
      </p:sp>
      <p:sp>
        <p:nvSpPr>
          <p:cNvPr id="4" name="pill-34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34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34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34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347" descr="Early Sunday Morning (Art TV 화면) · Edward Hop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89454"/>
            <a:ext cx="4572000" cy="2574036"/>
          </a:xfrm>
          <a:prstGeom prst="rect">
            <a:avLst/>
          </a:prstGeom>
        </p:spPr>
      </p:pic>
      <p:sp>
        <p:nvSpPr>
          <p:cNvPr id="9" name="cap-348"/>
          <p:cNvSpPr txBox="1"/>
          <p:nvPr/>
        </p:nvSpPr>
        <p:spPr>
          <a:xfrm>
            <a:off x="548640" y="5100066"/>
            <a:ext cx="45720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Early Sunday Morning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Edward Hopper</a:t>
            </a:r>
            <a:endParaRPr lang="ko-KR" altLang="en-US" sz="900" dirty="0"/>
          </a:p>
        </p:txBody>
      </p:sp>
      <p:pic>
        <p:nvPicPr>
          <p:cNvPr id="10" name="art-349" descr="Mont Sainte-Victoire seen from the Bibémus Quarry (Orsay 수록작과 다른 버전) · Paul Cézan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34412"/>
            <a:ext cx="2176304" cy="1730161"/>
          </a:xfrm>
          <a:prstGeom prst="rect">
            <a:avLst/>
          </a:prstGeom>
        </p:spPr>
      </p:pic>
      <p:sp>
        <p:nvSpPr>
          <p:cNvPr id="11" name="ex-350"/>
          <p:cNvSpPr/>
          <p:nvPr/>
        </p:nvSpPr>
        <p:spPr>
          <a:xfrm>
            <a:off x="5422392" y="200756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x-text-351"/>
          <p:cNvSpPr txBox="1"/>
          <p:nvPr/>
        </p:nvSpPr>
        <p:spPr>
          <a:xfrm>
            <a:off x="5422392" y="20075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3" name="cap-352"/>
          <p:cNvSpPr txBox="1"/>
          <p:nvPr/>
        </p:nvSpPr>
        <p:spPr>
          <a:xfrm>
            <a:off x="5349240" y="3701149"/>
            <a:ext cx="21763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Mont Sainte-Victoire seen from th…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Paul Cézanne</a:t>
            </a:r>
            <a:endParaRPr lang="ko-KR" altLang="en-US" sz="900" dirty="0"/>
          </a:p>
        </p:txBody>
      </p:sp>
      <p:pic>
        <p:nvPicPr>
          <p:cNvPr id="14" name="art-353" descr="Wanderer above the Sea of Fog · Caspar David Friedri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60" y="1934412"/>
            <a:ext cx="1351256" cy="1730161"/>
          </a:xfrm>
          <a:prstGeom prst="rect">
            <a:avLst/>
          </a:prstGeom>
        </p:spPr>
      </p:pic>
      <p:sp>
        <p:nvSpPr>
          <p:cNvPr id="15" name="ex-354"/>
          <p:cNvSpPr/>
          <p:nvPr/>
        </p:nvSpPr>
        <p:spPr>
          <a:xfrm>
            <a:off x="7726712" y="200756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355"/>
          <p:cNvSpPr txBox="1"/>
          <p:nvPr/>
        </p:nvSpPr>
        <p:spPr>
          <a:xfrm>
            <a:off x="7726712" y="20075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356"/>
          <p:cNvSpPr txBox="1"/>
          <p:nvPr/>
        </p:nvSpPr>
        <p:spPr>
          <a:xfrm>
            <a:off x="7653560" y="3701149"/>
            <a:ext cx="135125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Wanderer above the 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Caspar David Friedrich</a:t>
            </a:r>
            <a:endParaRPr lang="ko-KR" altLang="en-US" sz="900" dirty="0"/>
          </a:p>
        </p:txBody>
      </p:sp>
      <p:pic>
        <p:nvPicPr>
          <p:cNvPr id="18" name="art-357" descr="The Hay Wain · John Cons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832" y="1934412"/>
            <a:ext cx="2507480" cy="1730161"/>
          </a:xfrm>
          <a:prstGeom prst="rect">
            <a:avLst/>
          </a:prstGeom>
        </p:spPr>
      </p:pic>
      <p:sp>
        <p:nvSpPr>
          <p:cNvPr id="19" name="ex-358"/>
          <p:cNvSpPr/>
          <p:nvPr/>
        </p:nvSpPr>
        <p:spPr>
          <a:xfrm>
            <a:off x="9205984" y="200756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359"/>
          <p:cNvSpPr txBox="1"/>
          <p:nvPr/>
        </p:nvSpPr>
        <p:spPr>
          <a:xfrm>
            <a:off x="9205984" y="20075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360"/>
          <p:cNvSpPr txBox="1"/>
          <p:nvPr/>
        </p:nvSpPr>
        <p:spPr>
          <a:xfrm>
            <a:off x="9132832" y="3701149"/>
            <a:ext cx="25074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Hay Wain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John Constable</a:t>
            </a:r>
            <a:endParaRPr lang="ko-KR" altLang="en-US" sz="900" dirty="0"/>
          </a:p>
        </p:txBody>
      </p:sp>
      <p:pic>
        <p:nvPicPr>
          <p:cNvPr id="22" name="art-361" descr="Fine Wind, Clear Morning (Red Fuji) · Katsushika Hokusa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4194925"/>
            <a:ext cx="2099715" cy="1423607"/>
          </a:xfrm>
          <a:prstGeom prst="rect">
            <a:avLst/>
          </a:prstGeom>
        </p:spPr>
      </p:pic>
      <p:sp>
        <p:nvSpPr>
          <p:cNvPr id="23" name="ex-362"/>
          <p:cNvSpPr/>
          <p:nvPr/>
        </p:nvSpPr>
        <p:spPr>
          <a:xfrm>
            <a:off x="5422392" y="42680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363"/>
          <p:cNvSpPr txBox="1"/>
          <p:nvPr/>
        </p:nvSpPr>
        <p:spPr>
          <a:xfrm>
            <a:off x="5422392" y="42680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364"/>
          <p:cNvSpPr txBox="1"/>
          <p:nvPr/>
        </p:nvSpPr>
        <p:spPr>
          <a:xfrm>
            <a:off x="5349240" y="5655108"/>
            <a:ext cx="209971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Fine Wind, Clear Morning (Red F…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Katsushika Hokusai</a:t>
            </a:r>
            <a:endParaRPr lang="ko-KR" altLang="en-US" sz="900" dirty="0"/>
          </a:p>
        </p:txBody>
      </p:sp>
      <p:pic>
        <p:nvPicPr>
          <p:cNvPr id="26" name="art-365" descr="The Evening Air · Henri-Edmond Cro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6971" y="4194925"/>
            <a:ext cx="2019300" cy="1423607"/>
          </a:xfrm>
          <a:prstGeom prst="rect">
            <a:avLst/>
          </a:prstGeom>
        </p:spPr>
      </p:pic>
      <p:sp>
        <p:nvSpPr>
          <p:cNvPr id="27" name="cap-366"/>
          <p:cNvSpPr txBox="1"/>
          <p:nvPr/>
        </p:nvSpPr>
        <p:spPr>
          <a:xfrm>
            <a:off x="7576971" y="5655108"/>
            <a:ext cx="20193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Evening Air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Henri-Edmond Cross</a:t>
            </a:r>
            <a:endParaRPr lang="ko-KR" altLang="en-US" sz="900" dirty="0"/>
          </a:p>
        </p:txBody>
      </p:sp>
      <p:pic>
        <p:nvPicPr>
          <p:cNvPr id="28" name="art-367" descr="The Fighting Temeraire · J. M. W. Turn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287" y="4194925"/>
            <a:ext cx="1916025" cy="1423607"/>
          </a:xfrm>
          <a:prstGeom prst="rect">
            <a:avLst/>
          </a:prstGeom>
        </p:spPr>
      </p:pic>
      <p:sp>
        <p:nvSpPr>
          <p:cNvPr id="29" name="ex-368"/>
          <p:cNvSpPr/>
          <p:nvPr/>
        </p:nvSpPr>
        <p:spPr>
          <a:xfrm>
            <a:off x="9797439" y="426807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369"/>
          <p:cNvSpPr txBox="1"/>
          <p:nvPr/>
        </p:nvSpPr>
        <p:spPr>
          <a:xfrm>
            <a:off x="9797439" y="426807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370"/>
          <p:cNvSpPr txBox="1"/>
          <p:nvPr/>
        </p:nvSpPr>
        <p:spPr>
          <a:xfrm>
            <a:off x="9724287" y="5655108"/>
            <a:ext cx="191602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Fighting Temeraire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J. M. W. Turner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Family</a:t>
            </a:r>
            <a:endParaRPr lang="ko-KR" altLang="en-US" sz="3600" dirty="0"/>
          </a:p>
        </p:txBody>
      </p:sp>
      <p:sp>
        <p:nvSpPr>
          <p:cNvPr id="3" name="f-idx-371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11 / 21</a:t>
            </a:r>
            <a:endParaRPr lang="ko-KR" altLang="en-US" sz="1100" dirty="0"/>
          </a:p>
        </p:txBody>
      </p:sp>
      <p:sp>
        <p:nvSpPr>
          <p:cNvPr id="4" name="pill-372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373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374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375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376" descr="The Child's Bath · Mary Cassa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376" y="1371600"/>
            <a:ext cx="1630587" cy="2489446"/>
          </a:xfrm>
          <a:prstGeom prst="rect">
            <a:avLst/>
          </a:prstGeom>
        </p:spPr>
      </p:pic>
      <p:sp>
        <p:nvSpPr>
          <p:cNvPr id="9" name="ex-377"/>
          <p:cNvSpPr/>
          <p:nvPr/>
        </p:nvSpPr>
        <p:spPr>
          <a:xfrm>
            <a:off x="1658528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378"/>
          <p:cNvSpPr txBox="1"/>
          <p:nvPr/>
        </p:nvSpPr>
        <p:spPr>
          <a:xfrm>
            <a:off x="1658528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379"/>
          <p:cNvSpPr txBox="1"/>
          <p:nvPr/>
        </p:nvSpPr>
        <p:spPr>
          <a:xfrm>
            <a:off x="1585376" y="3897622"/>
            <a:ext cx="163058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Child's Bath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Mary Cassatt</a:t>
            </a:r>
            <a:endParaRPr lang="ko-KR" altLang="en-US" sz="900" dirty="0"/>
          </a:p>
        </p:txBody>
      </p:sp>
      <p:pic>
        <p:nvPicPr>
          <p:cNvPr id="12" name="art-380" descr="Breakfast under the Big Birch · Carl Lars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978" y="1371600"/>
            <a:ext cx="3812321" cy="2489446"/>
          </a:xfrm>
          <a:prstGeom prst="rect">
            <a:avLst/>
          </a:prstGeom>
        </p:spPr>
      </p:pic>
      <p:sp>
        <p:nvSpPr>
          <p:cNvPr id="13" name="ex-381"/>
          <p:cNvSpPr/>
          <p:nvPr/>
        </p:nvSpPr>
        <p:spPr>
          <a:xfrm>
            <a:off x="3417130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382"/>
          <p:cNvSpPr txBox="1"/>
          <p:nvPr/>
        </p:nvSpPr>
        <p:spPr>
          <a:xfrm>
            <a:off x="3417130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383"/>
          <p:cNvSpPr txBox="1"/>
          <p:nvPr/>
        </p:nvSpPr>
        <p:spPr>
          <a:xfrm>
            <a:off x="3343978" y="3897622"/>
            <a:ext cx="381232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Breakfast under the Big Birch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Carl Larsson</a:t>
            </a:r>
            <a:endParaRPr lang="ko-KR" altLang="en-US" sz="900" dirty="0"/>
          </a:p>
        </p:txBody>
      </p:sp>
      <p:pic>
        <p:nvPicPr>
          <p:cNvPr id="16" name="art-384" descr="First Steps (after Millet)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316" y="1371600"/>
            <a:ext cx="3319261" cy="2489446"/>
          </a:xfrm>
          <a:prstGeom prst="rect">
            <a:avLst/>
          </a:prstGeom>
        </p:spPr>
      </p:pic>
      <p:sp>
        <p:nvSpPr>
          <p:cNvPr id="17" name="ex-385"/>
          <p:cNvSpPr/>
          <p:nvPr/>
        </p:nvSpPr>
        <p:spPr>
          <a:xfrm>
            <a:off x="7357468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386"/>
          <p:cNvSpPr txBox="1"/>
          <p:nvPr/>
        </p:nvSpPr>
        <p:spPr>
          <a:xfrm>
            <a:off x="7357468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387"/>
          <p:cNvSpPr txBox="1"/>
          <p:nvPr/>
        </p:nvSpPr>
        <p:spPr>
          <a:xfrm>
            <a:off x="7284316" y="3897622"/>
            <a:ext cx="33192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First Steps (after Millet)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0" name="art-388" descr="Madame Georges Charpentier and Her Children · Pierre-Auguste Reno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127" y="4391398"/>
            <a:ext cx="2227489" cy="1789946"/>
          </a:xfrm>
          <a:prstGeom prst="rect">
            <a:avLst/>
          </a:prstGeom>
        </p:spPr>
      </p:pic>
      <p:sp>
        <p:nvSpPr>
          <p:cNvPr id="21" name="ex-389"/>
          <p:cNvSpPr/>
          <p:nvPr/>
        </p:nvSpPr>
        <p:spPr>
          <a:xfrm>
            <a:off x="1646279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390"/>
          <p:cNvSpPr txBox="1"/>
          <p:nvPr/>
        </p:nvSpPr>
        <p:spPr>
          <a:xfrm>
            <a:off x="1646279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391"/>
          <p:cNvSpPr txBox="1"/>
          <p:nvPr/>
        </p:nvSpPr>
        <p:spPr>
          <a:xfrm>
            <a:off x="1573127" y="6217920"/>
            <a:ext cx="222748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Madame Georges Charpentier and He…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Pierre-Auguste Renoir</a:t>
            </a:r>
            <a:endParaRPr lang="ko-KR" altLang="en-US" sz="900" dirty="0"/>
          </a:p>
        </p:txBody>
      </p:sp>
      <p:pic>
        <p:nvPicPr>
          <p:cNvPr id="24" name="art-392" descr="Mother and Child (The Oval Mirror) · Mary Cassat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632" y="4391398"/>
            <a:ext cx="1455226" cy="1789946"/>
          </a:xfrm>
          <a:prstGeom prst="rect">
            <a:avLst/>
          </a:prstGeom>
        </p:spPr>
      </p:pic>
      <p:sp>
        <p:nvSpPr>
          <p:cNvPr id="25" name="ex-393"/>
          <p:cNvSpPr/>
          <p:nvPr/>
        </p:nvSpPr>
        <p:spPr>
          <a:xfrm>
            <a:off x="4001784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394"/>
          <p:cNvSpPr txBox="1"/>
          <p:nvPr/>
        </p:nvSpPr>
        <p:spPr>
          <a:xfrm>
            <a:off x="4001784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395"/>
          <p:cNvSpPr txBox="1"/>
          <p:nvPr/>
        </p:nvSpPr>
        <p:spPr>
          <a:xfrm>
            <a:off x="3928632" y="6217920"/>
            <a:ext cx="145522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Mother and Child (The…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Mary Cassatt</a:t>
            </a:r>
            <a:endParaRPr lang="ko-KR" altLang="en-US" sz="900" dirty="0"/>
          </a:p>
        </p:txBody>
      </p:sp>
      <p:pic>
        <p:nvPicPr>
          <p:cNvPr id="28" name="art-396" descr="Summer Evening on Skagen Beach · Peder Severin Krøy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1874" y="4391398"/>
            <a:ext cx="2510444" cy="1789946"/>
          </a:xfrm>
          <a:prstGeom prst="rect">
            <a:avLst/>
          </a:prstGeom>
        </p:spPr>
      </p:pic>
      <p:sp>
        <p:nvSpPr>
          <p:cNvPr id="29" name="ex-397"/>
          <p:cNvSpPr/>
          <p:nvPr/>
        </p:nvSpPr>
        <p:spPr>
          <a:xfrm>
            <a:off x="5585026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398"/>
          <p:cNvSpPr txBox="1"/>
          <p:nvPr/>
        </p:nvSpPr>
        <p:spPr>
          <a:xfrm>
            <a:off x="5585026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399"/>
          <p:cNvSpPr txBox="1"/>
          <p:nvPr/>
        </p:nvSpPr>
        <p:spPr>
          <a:xfrm>
            <a:off x="5511874" y="6217920"/>
            <a:ext cx="251044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Summer Evening on Skagen Beach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Peder Severin Krøyer</a:t>
            </a:r>
            <a:endParaRPr lang="ko-KR" altLang="en-US" sz="900" dirty="0"/>
          </a:p>
        </p:txBody>
      </p:sp>
      <p:pic>
        <p:nvPicPr>
          <p:cNvPr id="32" name="art-400" descr="The Luncheon (Le Déjeuner) · Claude Mon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0334" y="4391398"/>
            <a:ext cx="2465491" cy="1789946"/>
          </a:xfrm>
          <a:prstGeom prst="rect">
            <a:avLst/>
          </a:prstGeom>
        </p:spPr>
      </p:pic>
      <p:sp>
        <p:nvSpPr>
          <p:cNvPr id="33" name="ex-401"/>
          <p:cNvSpPr/>
          <p:nvPr/>
        </p:nvSpPr>
        <p:spPr>
          <a:xfrm>
            <a:off x="8223486" y="446455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402"/>
          <p:cNvSpPr txBox="1"/>
          <p:nvPr/>
        </p:nvSpPr>
        <p:spPr>
          <a:xfrm>
            <a:off x="8223486" y="446455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403"/>
          <p:cNvSpPr txBox="1"/>
          <p:nvPr/>
        </p:nvSpPr>
        <p:spPr>
          <a:xfrm>
            <a:off x="8150334" y="6217920"/>
            <a:ext cx="246549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Luncheon (Le Déjeuner)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Nature</a:t>
            </a:r>
            <a:endParaRPr lang="ko-KR" altLang="en-US" sz="3600" dirty="0"/>
          </a:p>
        </p:txBody>
      </p:sp>
      <p:sp>
        <p:nvSpPr>
          <p:cNvPr id="3" name="f-idx-404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12 / 21</a:t>
            </a:r>
            <a:endParaRPr lang="ko-KR" altLang="en-US" sz="1100" dirty="0"/>
          </a:p>
        </p:txBody>
      </p:sp>
      <p:sp>
        <p:nvSpPr>
          <p:cNvPr id="4" name="pill-405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06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407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08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409" descr="Sunflowers (National Gallery, London 버전) · Vincent van Go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363" y="1371600"/>
            <a:ext cx="1830518" cy="2311259"/>
          </a:xfrm>
          <a:prstGeom prst="rect">
            <a:avLst/>
          </a:prstGeom>
        </p:spPr>
      </p:pic>
      <p:sp>
        <p:nvSpPr>
          <p:cNvPr id="9" name="ex-410"/>
          <p:cNvSpPr/>
          <p:nvPr/>
        </p:nvSpPr>
        <p:spPr>
          <a:xfrm>
            <a:off x="2583515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411"/>
          <p:cNvSpPr txBox="1"/>
          <p:nvPr/>
        </p:nvSpPr>
        <p:spPr>
          <a:xfrm>
            <a:off x="2583515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412"/>
          <p:cNvSpPr txBox="1"/>
          <p:nvPr/>
        </p:nvSpPr>
        <p:spPr>
          <a:xfrm>
            <a:off x="2510363" y="3719435"/>
            <a:ext cx="183051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Sunflowers (National Galler…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2" name="art-413" descr="Young Hare · Albrecht Dü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97" y="1371600"/>
            <a:ext cx="2091690" cy="2311259"/>
          </a:xfrm>
          <a:prstGeom prst="rect">
            <a:avLst/>
          </a:prstGeom>
        </p:spPr>
      </p:pic>
      <p:sp>
        <p:nvSpPr>
          <p:cNvPr id="13" name="ex-414"/>
          <p:cNvSpPr/>
          <p:nvPr/>
        </p:nvSpPr>
        <p:spPr>
          <a:xfrm>
            <a:off x="4542049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415"/>
          <p:cNvSpPr txBox="1"/>
          <p:nvPr/>
        </p:nvSpPr>
        <p:spPr>
          <a:xfrm>
            <a:off x="4542049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416"/>
          <p:cNvSpPr txBox="1"/>
          <p:nvPr/>
        </p:nvSpPr>
        <p:spPr>
          <a:xfrm>
            <a:off x="4468897" y="3719435"/>
            <a:ext cx="209169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Young Hare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Albrecht Dürer</a:t>
            </a:r>
            <a:endParaRPr lang="ko-KR" altLang="en-US" sz="900" dirty="0"/>
          </a:p>
        </p:txBody>
      </p:sp>
      <p:pic>
        <p:nvPicPr>
          <p:cNvPr id="16" name="art-417" descr="Irises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602" y="1371600"/>
            <a:ext cx="2989986" cy="2311259"/>
          </a:xfrm>
          <a:prstGeom prst="rect">
            <a:avLst/>
          </a:prstGeom>
        </p:spPr>
      </p:pic>
      <p:sp>
        <p:nvSpPr>
          <p:cNvPr id="17" name="ex-418"/>
          <p:cNvSpPr/>
          <p:nvPr/>
        </p:nvSpPr>
        <p:spPr>
          <a:xfrm>
            <a:off x="6761754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419"/>
          <p:cNvSpPr txBox="1"/>
          <p:nvPr/>
        </p:nvSpPr>
        <p:spPr>
          <a:xfrm>
            <a:off x="6761754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420"/>
          <p:cNvSpPr txBox="1"/>
          <p:nvPr/>
        </p:nvSpPr>
        <p:spPr>
          <a:xfrm>
            <a:off x="6688602" y="3719435"/>
            <a:ext cx="298998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Irises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0" name="art-421" descr="Carolina Parrot (Birds of America) · John James Audub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87" y="4213211"/>
            <a:ext cx="1432800" cy="1968133"/>
          </a:xfrm>
          <a:prstGeom prst="rect">
            <a:avLst/>
          </a:prstGeom>
        </p:spPr>
      </p:pic>
      <p:sp>
        <p:nvSpPr>
          <p:cNvPr id="21" name="ex-422"/>
          <p:cNvSpPr/>
          <p:nvPr/>
        </p:nvSpPr>
        <p:spPr>
          <a:xfrm>
            <a:off x="2560339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423"/>
          <p:cNvSpPr txBox="1"/>
          <p:nvPr/>
        </p:nvSpPr>
        <p:spPr>
          <a:xfrm>
            <a:off x="2560339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424"/>
          <p:cNvSpPr txBox="1"/>
          <p:nvPr/>
        </p:nvSpPr>
        <p:spPr>
          <a:xfrm>
            <a:off x="2487187" y="6217920"/>
            <a:ext cx="1432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Carolina Parrot (Bird…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John James Audubon</a:t>
            </a:r>
            <a:endParaRPr lang="ko-KR" altLang="en-US" sz="900" dirty="0"/>
          </a:p>
        </p:txBody>
      </p:sp>
      <p:pic>
        <p:nvPicPr>
          <p:cNvPr id="24" name="art-425" descr="Actiniae (Kunstformen der Natur) · Ernst Haeck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8003" y="4213211"/>
            <a:ext cx="1403278" cy="1968133"/>
          </a:xfrm>
          <a:prstGeom prst="rect">
            <a:avLst/>
          </a:prstGeom>
        </p:spPr>
      </p:pic>
      <p:sp>
        <p:nvSpPr>
          <p:cNvPr id="25" name="ex-426"/>
          <p:cNvSpPr/>
          <p:nvPr/>
        </p:nvSpPr>
        <p:spPr>
          <a:xfrm>
            <a:off x="4121155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427"/>
          <p:cNvSpPr txBox="1"/>
          <p:nvPr/>
        </p:nvSpPr>
        <p:spPr>
          <a:xfrm>
            <a:off x="4121155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428"/>
          <p:cNvSpPr txBox="1"/>
          <p:nvPr/>
        </p:nvSpPr>
        <p:spPr>
          <a:xfrm>
            <a:off x="4048003" y="6217920"/>
            <a:ext cx="140327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Actiniae (Kunstforme…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Ernst Haeckel</a:t>
            </a:r>
            <a:endParaRPr lang="ko-KR" altLang="en-US" sz="900" dirty="0"/>
          </a:p>
        </p:txBody>
      </p:sp>
      <p:pic>
        <p:nvPicPr>
          <p:cNvPr id="28" name="art-429" descr="Surprised! (Tiger in a Tropical Storm) · Henri Roussea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298" y="4213211"/>
            <a:ext cx="2463245" cy="1968133"/>
          </a:xfrm>
          <a:prstGeom prst="rect">
            <a:avLst/>
          </a:prstGeom>
        </p:spPr>
      </p:pic>
      <p:sp>
        <p:nvSpPr>
          <p:cNvPr id="29" name="ex-430"/>
          <p:cNvSpPr/>
          <p:nvPr/>
        </p:nvSpPr>
        <p:spPr>
          <a:xfrm>
            <a:off x="5652450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431"/>
          <p:cNvSpPr txBox="1"/>
          <p:nvPr/>
        </p:nvSpPr>
        <p:spPr>
          <a:xfrm>
            <a:off x="5652450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432"/>
          <p:cNvSpPr txBox="1"/>
          <p:nvPr/>
        </p:nvSpPr>
        <p:spPr>
          <a:xfrm>
            <a:off x="5579298" y="6217920"/>
            <a:ext cx="246324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Surprised! (Tiger in a Tropical Storm)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Rousseau</a:t>
            </a:r>
            <a:endParaRPr lang="ko-KR" altLang="en-US" sz="900" dirty="0"/>
          </a:p>
        </p:txBody>
      </p:sp>
      <p:pic>
        <p:nvPicPr>
          <p:cNvPr id="32" name="art-433" descr="Great Piece of Turf · Albrecht Dür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558" y="4213211"/>
            <a:ext cx="1531207" cy="1968133"/>
          </a:xfrm>
          <a:prstGeom prst="rect">
            <a:avLst/>
          </a:prstGeom>
        </p:spPr>
      </p:pic>
      <p:sp>
        <p:nvSpPr>
          <p:cNvPr id="33" name="ex-434"/>
          <p:cNvSpPr/>
          <p:nvPr/>
        </p:nvSpPr>
        <p:spPr>
          <a:xfrm>
            <a:off x="8243710" y="42863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435"/>
          <p:cNvSpPr txBox="1"/>
          <p:nvPr/>
        </p:nvSpPr>
        <p:spPr>
          <a:xfrm>
            <a:off x="8243710" y="42863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436"/>
          <p:cNvSpPr txBox="1"/>
          <p:nvPr/>
        </p:nvSpPr>
        <p:spPr>
          <a:xfrm>
            <a:off x="8170558" y="6217920"/>
            <a:ext cx="153120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Great Piece of Turf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Albrecht Dürer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National Geographic</a:t>
            </a:r>
            <a:endParaRPr lang="ko-KR" altLang="en-US" sz="3600" dirty="0"/>
          </a:p>
        </p:txBody>
      </p:sp>
      <p:sp>
        <p:nvSpPr>
          <p:cNvPr id="3" name="f-idx-437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13 / 21</a:t>
            </a:r>
            <a:endParaRPr lang="ko-KR" altLang="en-US" sz="1100" dirty="0"/>
          </a:p>
        </p:txBody>
      </p:sp>
      <p:sp>
        <p:nvSpPr>
          <p:cNvPr id="4" name="pill-438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39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440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41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442" descr="Lion (wildlife photo) · Commons 사진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1652"/>
            <a:ext cx="1785162" cy="2231452"/>
          </a:xfrm>
          <a:prstGeom prst="rect">
            <a:avLst/>
          </a:prstGeom>
        </p:spPr>
      </p:pic>
      <p:sp>
        <p:nvSpPr>
          <p:cNvPr id="9" name="ex-443"/>
          <p:cNvSpPr/>
          <p:nvPr/>
        </p:nvSpPr>
        <p:spPr>
          <a:xfrm>
            <a:off x="621792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444"/>
          <p:cNvSpPr txBox="1"/>
          <p:nvPr/>
        </p:nvSpPr>
        <p:spPr>
          <a:xfrm>
            <a:off x="621792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445"/>
          <p:cNvSpPr txBox="1"/>
          <p:nvPr/>
        </p:nvSpPr>
        <p:spPr>
          <a:xfrm>
            <a:off x="548640" y="3669680"/>
            <a:ext cx="178516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Lion (wildlife photo)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12" name="art-446" descr="Humpback whale breaching · Commons 사진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18" y="1401652"/>
            <a:ext cx="3345505" cy="2231452"/>
          </a:xfrm>
          <a:prstGeom prst="rect">
            <a:avLst/>
          </a:prstGeom>
        </p:spPr>
      </p:pic>
      <p:sp>
        <p:nvSpPr>
          <p:cNvPr id="13" name="ex-447"/>
          <p:cNvSpPr/>
          <p:nvPr/>
        </p:nvSpPr>
        <p:spPr>
          <a:xfrm>
            <a:off x="2534970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448"/>
          <p:cNvSpPr txBox="1"/>
          <p:nvPr/>
        </p:nvSpPr>
        <p:spPr>
          <a:xfrm>
            <a:off x="2534970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449"/>
          <p:cNvSpPr txBox="1"/>
          <p:nvPr/>
        </p:nvSpPr>
        <p:spPr>
          <a:xfrm>
            <a:off x="2461818" y="3669680"/>
            <a:ext cx="33455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Humpback whale breaching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16" name="art-450" descr="Aurora borealis · Commons 사진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339" y="1401652"/>
            <a:ext cx="3345505" cy="2231452"/>
          </a:xfrm>
          <a:prstGeom prst="rect">
            <a:avLst/>
          </a:prstGeom>
        </p:spPr>
      </p:pic>
      <p:sp>
        <p:nvSpPr>
          <p:cNvPr id="17" name="ex-451"/>
          <p:cNvSpPr/>
          <p:nvPr/>
        </p:nvSpPr>
        <p:spPr>
          <a:xfrm>
            <a:off x="6008491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452"/>
          <p:cNvSpPr txBox="1"/>
          <p:nvPr/>
        </p:nvSpPr>
        <p:spPr>
          <a:xfrm>
            <a:off x="6008491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453"/>
          <p:cNvSpPr txBox="1"/>
          <p:nvPr/>
        </p:nvSpPr>
        <p:spPr>
          <a:xfrm>
            <a:off x="5935339" y="3669680"/>
            <a:ext cx="33455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Aurora borealis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20" name="art-454" descr="Earthrise · William Anders (NASA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860" y="1401652"/>
            <a:ext cx="2231452" cy="2231452"/>
          </a:xfrm>
          <a:prstGeom prst="rect">
            <a:avLst/>
          </a:prstGeom>
        </p:spPr>
      </p:pic>
      <p:sp>
        <p:nvSpPr>
          <p:cNvPr id="21" name="ex-455"/>
          <p:cNvSpPr/>
          <p:nvPr/>
        </p:nvSpPr>
        <p:spPr>
          <a:xfrm>
            <a:off x="9482012" y="147480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456"/>
          <p:cNvSpPr txBox="1"/>
          <p:nvPr/>
        </p:nvSpPr>
        <p:spPr>
          <a:xfrm>
            <a:off x="9482012" y="14748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457"/>
          <p:cNvSpPr txBox="1"/>
          <p:nvPr/>
        </p:nvSpPr>
        <p:spPr>
          <a:xfrm>
            <a:off x="9408860" y="3669680"/>
            <a:ext cx="223145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Earthrise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William Anders (NASA)</a:t>
            </a:r>
            <a:endParaRPr lang="ko-KR" altLang="en-US" sz="900" dirty="0"/>
          </a:p>
        </p:txBody>
      </p:sp>
      <p:pic>
        <p:nvPicPr>
          <p:cNvPr id="24" name="art-458" descr="Snow leopard · Commons 사진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163456"/>
            <a:ext cx="1987836" cy="1987836"/>
          </a:xfrm>
          <a:prstGeom prst="rect">
            <a:avLst/>
          </a:prstGeom>
        </p:spPr>
      </p:pic>
      <p:sp>
        <p:nvSpPr>
          <p:cNvPr id="25" name="ex-459"/>
          <p:cNvSpPr/>
          <p:nvPr/>
        </p:nvSpPr>
        <p:spPr>
          <a:xfrm>
            <a:off x="621792" y="4236608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460"/>
          <p:cNvSpPr txBox="1"/>
          <p:nvPr/>
        </p:nvSpPr>
        <p:spPr>
          <a:xfrm>
            <a:off x="621792" y="4236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461"/>
          <p:cNvSpPr txBox="1"/>
          <p:nvPr/>
        </p:nvSpPr>
        <p:spPr>
          <a:xfrm>
            <a:off x="548640" y="6187868"/>
            <a:ext cx="198783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Snow leopard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28" name="art-462" descr="Coral reef · Commons 사진가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4492" y="4163456"/>
            <a:ext cx="2616343" cy="1987836"/>
          </a:xfrm>
          <a:prstGeom prst="rect">
            <a:avLst/>
          </a:prstGeom>
        </p:spPr>
      </p:pic>
      <p:sp>
        <p:nvSpPr>
          <p:cNvPr id="29" name="ex-463"/>
          <p:cNvSpPr/>
          <p:nvPr/>
        </p:nvSpPr>
        <p:spPr>
          <a:xfrm>
            <a:off x="2737644" y="4236608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464"/>
          <p:cNvSpPr txBox="1"/>
          <p:nvPr/>
        </p:nvSpPr>
        <p:spPr>
          <a:xfrm>
            <a:off x="2737644" y="4236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465"/>
          <p:cNvSpPr txBox="1"/>
          <p:nvPr/>
        </p:nvSpPr>
        <p:spPr>
          <a:xfrm>
            <a:off x="2664492" y="6187868"/>
            <a:ext cx="261634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Coral reef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  <p:pic>
        <p:nvPicPr>
          <p:cNvPr id="32" name="art-466" descr="Grand Canyon · Commons 사진가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8851" y="4163456"/>
            <a:ext cx="6231461" cy="1987836"/>
          </a:xfrm>
          <a:prstGeom prst="rect">
            <a:avLst/>
          </a:prstGeom>
        </p:spPr>
      </p:pic>
      <p:sp>
        <p:nvSpPr>
          <p:cNvPr id="33" name="ex-467"/>
          <p:cNvSpPr/>
          <p:nvPr/>
        </p:nvSpPr>
        <p:spPr>
          <a:xfrm>
            <a:off x="5482003" y="4236608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468"/>
          <p:cNvSpPr txBox="1"/>
          <p:nvPr/>
        </p:nvSpPr>
        <p:spPr>
          <a:xfrm>
            <a:off x="5482003" y="42366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469"/>
          <p:cNvSpPr txBox="1"/>
          <p:nvPr/>
        </p:nvSpPr>
        <p:spPr>
          <a:xfrm>
            <a:off x="5408851" y="6187868"/>
            <a:ext cx="623146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Grand Canyon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Commons 사진가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Just For Kids</a:t>
            </a:r>
            <a:endParaRPr lang="ko-KR" altLang="en-US" sz="3600" dirty="0"/>
          </a:p>
        </p:txBody>
      </p:sp>
      <p:sp>
        <p:nvSpPr>
          <p:cNvPr id="3" name="f-idx-470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14 / 21</a:t>
            </a:r>
            <a:endParaRPr lang="ko-KR" altLang="en-US" sz="1100" dirty="0"/>
          </a:p>
        </p:txBody>
      </p:sp>
      <p:sp>
        <p:nvSpPr>
          <p:cNvPr id="4" name="pill-471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72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6</a:t>
            </a:r>
            <a:endParaRPr lang="ko-KR" altLang="en-US" sz="1100" dirty="0"/>
          </a:p>
        </p:txBody>
      </p:sp>
      <p:sp>
        <p:nvSpPr>
          <p:cNvPr id="6" name="pill-473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74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2</a:t>
            </a:r>
            <a:endParaRPr lang="ko-KR" altLang="en-US" sz="1100" dirty="0"/>
          </a:p>
        </p:txBody>
      </p:sp>
      <p:pic>
        <p:nvPicPr>
          <p:cNvPr id="8" name="art-475" descr="Moomin 컬렉션 일러스트 (The Frame 화면) · Moomin Charac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05076"/>
            <a:ext cx="6400800" cy="3142793"/>
          </a:xfrm>
          <a:prstGeom prst="rect">
            <a:avLst/>
          </a:prstGeom>
        </p:spPr>
      </p:pic>
      <p:sp>
        <p:nvSpPr>
          <p:cNvPr id="9" name="cap-476"/>
          <p:cNvSpPr txBox="1"/>
          <p:nvPr/>
        </p:nvSpPr>
        <p:spPr>
          <a:xfrm>
            <a:off x="548640" y="5384444"/>
            <a:ext cx="6400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Moomin 컬렉션 일러스트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Moomin Characters</a:t>
            </a:r>
            <a:endParaRPr lang="ko-KR" altLang="en-US" sz="900" dirty="0"/>
          </a:p>
        </p:txBody>
      </p:sp>
      <p:pic>
        <p:nvPicPr>
          <p:cNvPr id="10" name="art-477" descr="Moomin 컬렉션 일러스트 (The Frame 화면) · Moomin Charact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531" y="1371600"/>
            <a:ext cx="2145637" cy="1053508"/>
          </a:xfrm>
          <a:prstGeom prst="rect">
            <a:avLst/>
          </a:prstGeom>
        </p:spPr>
      </p:pic>
      <p:sp>
        <p:nvSpPr>
          <p:cNvPr id="11" name="cap-478"/>
          <p:cNvSpPr txBox="1"/>
          <p:nvPr/>
        </p:nvSpPr>
        <p:spPr>
          <a:xfrm>
            <a:off x="7199531" y="2461684"/>
            <a:ext cx="214563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Moomin 컬렉션 일러스트 (The Frame…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Moomin Characters</a:t>
            </a:r>
            <a:endParaRPr lang="ko-KR" altLang="en-US" sz="900" dirty="0"/>
          </a:p>
        </p:txBody>
      </p:sp>
      <p:pic>
        <p:nvPicPr>
          <p:cNvPr id="12" name="art-479" descr="Moomin 컬렉션 일러스트 (The Frame 화면) · Moomin Charact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1371600"/>
            <a:ext cx="2145637" cy="1053508"/>
          </a:xfrm>
          <a:prstGeom prst="rect">
            <a:avLst/>
          </a:prstGeom>
        </p:spPr>
      </p:pic>
      <p:sp>
        <p:nvSpPr>
          <p:cNvPr id="13" name="cap-480"/>
          <p:cNvSpPr txBox="1"/>
          <p:nvPr/>
        </p:nvSpPr>
        <p:spPr>
          <a:xfrm>
            <a:off x="9473184" y="2461684"/>
            <a:ext cx="214563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Moomin 컬렉션 일러스트 (The Frame…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Moomin Characters</a:t>
            </a:r>
            <a:endParaRPr lang="ko-KR" altLang="en-US" sz="900" dirty="0"/>
          </a:p>
        </p:txBody>
      </p:sp>
      <p:pic>
        <p:nvPicPr>
          <p:cNvPr id="14" name="art-481" descr="Disney The Little Mermaid (Art TV 화면) · Disn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531" y="2955460"/>
            <a:ext cx="2327056" cy="1310133"/>
          </a:xfrm>
          <a:prstGeom prst="rect">
            <a:avLst/>
          </a:prstGeom>
        </p:spPr>
      </p:pic>
      <p:sp>
        <p:nvSpPr>
          <p:cNvPr id="15" name="cap-482"/>
          <p:cNvSpPr txBox="1"/>
          <p:nvPr/>
        </p:nvSpPr>
        <p:spPr>
          <a:xfrm>
            <a:off x="7199531" y="4302168"/>
            <a:ext cx="232705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Disney The Little Mermaid (Art TV…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Disney</a:t>
            </a:r>
            <a:endParaRPr lang="ko-KR" altLang="en-US" sz="900" dirty="0"/>
          </a:p>
        </p:txBody>
      </p:sp>
      <p:pic>
        <p:nvPicPr>
          <p:cNvPr id="16" name="art-483" descr="Disney Snow White (Art TV 화면) · Disn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604" y="2955460"/>
            <a:ext cx="1964217" cy="1310133"/>
          </a:xfrm>
          <a:prstGeom prst="rect">
            <a:avLst/>
          </a:prstGeom>
        </p:spPr>
      </p:pic>
      <p:sp>
        <p:nvSpPr>
          <p:cNvPr id="17" name="cap-484"/>
          <p:cNvSpPr txBox="1"/>
          <p:nvPr/>
        </p:nvSpPr>
        <p:spPr>
          <a:xfrm>
            <a:off x="9654604" y="4302168"/>
            <a:ext cx="196421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Disney Snow White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Disney</a:t>
            </a:r>
            <a:endParaRPr lang="ko-KR" altLang="en-US" sz="900" dirty="0"/>
          </a:p>
        </p:txBody>
      </p:sp>
      <p:pic>
        <p:nvPicPr>
          <p:cNvPr id="18" name="art-485" descr="The Snake Charmer · Henri Rousseau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896" y="4795944"/>
            <a:ext cx="1565423" cy="1385400"/>
          </a:xfrm>
          <a:prstGeom prst="rect">
            <a:avLst/>
          </a:prstGeom>
        </p:spPr>
      </p:pic>
      <p:sp>
        <p:nvSpPr>
          <p:cNvPr id="19" name="cap-486"/>
          <p:cNvSpPr txBox="1"/>
          <p:nvPr/>
        </p:nvSpPr>
        <p:spPr>
          <a:xfrm>
            <a:off x="7198896" y="6217920"/>
            <a:ext cx="156542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Snake Charmer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Rousseau</a:t>
            </a:r>
            <a:endParaRPr lang="ko-KR" altLang="en-US" sz="900" dirty="0"/>
          </a:p>
        </p:txBody>
      </p:sp>
      <p:pic>
        <p:nvPicPr>
          <p:cNvPr id="20" name="art-487" descr="The Tale of Peter Rabbit (illustration) · Beatrix Pot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2336" y="4795944"/>
            <a:ext cx="784188" cy="1385400"/>
          </a:xfrm>
          <a:prstGeom prst="rect">
            <a:avLst/>
          </a:prstGeom>
        </p:spPr>
      </p:pic>
      <p:sp>
        <p:nvSpPr>
          <p:cNvPr id="21" name="ex-488"/>
          <p:cNvSpPr/>
          <p:nvPr/>
        </p:nvSpPr>
        <p:spPr>
          <a:xfrm>
            <a:off x="8965488" y="4869096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489"/>
          <p:cNvSpPr txBox="1"/>
          <p:nvPr/>
        </p:nvSpPr>
        <p:spPr>
          <a:xfrm>
            <a:off x="8965488" y="48690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490"/>
          <p:cNvSpPr txBox="1"/>
          <p:nvPr/>
        </p:nvSpPr>
        <p:spPr>
          <a:xfrm>
            <a:off x="8892336" y="6217920"/>
            <a:ext cx="78418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Tale of…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Beatrix Potter</a:t>
            </a:r>
            <a:endParaRPr lang="ko-KR" altLang="en-US" sz="900" dirty="0"/>
          </a:p>
        </p:txBody>
      </p:sp>
      <p:pic>
        <p:nvPicPr>
          <p:cNvPr id="24" name="art-491" descr="Alice's Adventures in Wonderland – A Mad Tea-Party · John Tennie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4540" y="4795944"/>
            <a:ext cx="1814915" cy="1385400"/>
          </a:xfrm>
          <a:prstGeom prst="rect">
            <a:avLst/>
          </a:prstGeom>
        </p:spPr>
      </p:pic>
      <p:sp>
        <p:nvSpPr>
          <p:cNvPr id="25" name="ex-492"/>
          <p:cNvSpPr/>
          <p:nvPr/>
        </p:nvSpPr>
        <p:spPr>
          <a:xfrm>
            <a:off x="9877692" y="4869096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493"/>
          <p:cNvSpPr txBox="1"/>
          <p:nvPr/>
        </p:nvSpPr>
        <p:spPr>
          <a:xfrm>
            <a:off x="9877692" y="48690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494"/>
          <p:cNvSpPr txBox="1"/>
          <p:nvPr/>
        </p:nvSpPr>
        <p:spPr>
          <a:xfrm>
            <a:off x="9804540" y="6217920"/>
            <a:ext cx="181491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Alice's Adventures in Wonde…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John Tenniel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Oil Paint</a:t>
            </a:r>
            <a:endParaRPr lang="ko-KR" altLang="en-US" sz="3600" dirty="0"/>
          </a:p>
        </p:txBody>
      </p:sp>
      <p:sp>
        <p:nvSpPr>
          <p:cNvPr id="3" name="f-idx-495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15 / 21</a:t>
            </a:r>
            <a:endParaRPr lang="ko-KR" altLang="en-US" sz="1100" dirty="0"/>
          </a:p>
        </p:txBody>
      </p:sp>
      <p:sp>
        <p:nvSpPr>
          <p:cNvPr id="4" name="pill-496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497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3</a:t>
            </a:r>
            <a:endParaRPr lang="ko-KR" altLang="en-US" sz="1100" dirty="0"/>
          </a:p>
        </p:txBody>
      </p:sp>
      <p:sp>
        <p:nvSpPr>
          <p:cNvPr id="6" name="pill-498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499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4</a:t>
            </a:r>
            <a:endParaRPr lang="ko-KR" altLang="en-US" sz="1100" dirty="0"/>
          </a:p>
        </p:txBody>
      </p:sp>
      <p:pic>
        <p:nvPicPr>
          <p:cNvPr id="8" name="art-500" descr="Starry Night Over the Rhône (The Frame 화면) · Vincent van Go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0130"/>
            <a:ext cx="3931920" cy="2732684"/>
          </a:xfrm>
          <a:prstGeom prst="rect">
            <a:avLst/>
          </a:prstGeom>
        </p:spPr>
      </p:pic>
      <p:sp>
        <p:nvSpPr>
          <p:cNvPr id="9" name="cap-501"/>
          <p:cNvSpPr txBox="1"/>
          <p:nvPr/>
        </p:nvSpPr>
        <p:spPr>
          <a:xfrm>
            <a:off x="548640" y="5179390"/>
            <a:ext cx="39319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Starry Night Over the Rhône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0" name="art-502" descr="The Starry Night (The Frame 화면) · Vincent van Go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68375"/>
            <a:ext cx="2696831" cy="1518316"/>
          </a:xfrm>
          <a:prstGeom prst="rect">
            <a:avLst/>
          </a:prstGeom>
        </p:spPr>
      </p:pic>
      <p:sp>
        <p:nvSpPr>
          <p:cNvPr id="11" name="cap-503"/>
          <p:cNvSpPr txBox="1"/>
          <p:nvPr/>
        </p:nvSpPr>
        <p:spPr>
          <a:xfrm>
            <a:off x="4709160" y="3423267"/>
            <a:ext cx="269683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Starry Night (The Frame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2" name="art-504" descr="Nighthawks (Art TV 화면) · Edward Hop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007" y="1868375"/>
            <a:ext cx="2696831" cy="1518316"/>
          </a:xfrm>
          <a:prstGeom prst="rect">
            <a:avLst/>
          </a:prstGeom>
        </p:spPr>
      </p:pic>
      <p:sp>
        <p:nvSpPr>
          <p:cNvPr id="13" name="cap-505"/>
          <p:cNvSpPr txBox="1"/>
          <p:nvPr/>
        </p:nvSpPr>
        <p:spPr>
          <a:xfrm>
            <a:off x="7534007" y="3423267"/>
            <a:ext cx="269683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Nighthawks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Edward Hopper</a:t>
            </a:r>
            <a:endParaRPr lang="ko-KR" altLang="en-US" sz="900" dirty="0"/>
          </a:p>
        </p:txBody>
      </p:sp>
      <p:pic>
        <p:nvPicPr>
          <p:cNvPr id="14" name="art-506" descr="Girl with a Pearl Earring · Johannes Verme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854" y="1868375"/>
            <a:ext cx="1281458" cy="1518316"/>
          </a:xfrm>
          <a:prstGeom prst="rect">
            <a:avLst/>
          </a:prstGeom>
        </p:spPr>
      </p:pic>
      <p:sp>
        <p:nvSpPr>
          <p:cNvPr id="15" name="ex-507"/>
          <p:cNvSpPr/>
          <p:nvPr/>
        </p:nvSpPr>
        <p:spPr>
          <a:xfrm>
            <a:off x="10432006" y="194152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508"/>
          <p:cNvSpPr txBox="1"/>
          <p:nvPr/>
        </p:nvSpPr>
        <p:spPr>
          <a:xfrm>
            <a:off x="10432006" y="194152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509"/>
          <p:cNvSpPr txBox="1"/>
          <p:nvPr/>
        </p:nvSpPr>
        <p:spPr>
          <a:xfrm>
            <a:off x="10358854" y="3423267"/>
            <a:ext cx="128145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Girl with a Pearl 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Johannes Vermeer</a:t>
            </a:r>
            <a:endParaRPr lang="ko-KR" altLang="en-US" sz="900" dirty="0"/>
          </a:p>
        </p:txBody>
      </p:sp>
      <p:pic>
        <p:nvPicPr>
          <p:cNvPr id="18" name="art-510" descr="The Night Watch · Rembrand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917043"/>
            <a:ext cx="2174078" cy="1767526"/>
          </a:xfrm>
          <a:prstGeom prst="rect">
            <a:avLst/>
          </a:prstGeom>
        </p:spPr>
      </p:pic>
      <p:sp>
        <p:nvSpPr>
          <p:cNvPr id="19" name="ex-511"/>
          <p:cNvSpPr/>
          <p:nvPr/>
        </p:nvSpPr>
        <p:spPr>
          <a:xfrm>
            <a:off x="4782312" y="399019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512"/>
          <p:cNvSpPr txBox="1"/>
          <p:nvPr/>
        </p:nvSpPr>
        <p:spPr>
          <a:xfrm>
            <a:off x="4782312" y="399019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513"/>
          <p:cNvSpPr txBox="1"/>
          <p:nvPr/>
        </p:nvSpPr>
        <p:spPr>
          <a:xfrm>
            <a:off x="4709160" y="5721145"/>
            <a:ext cx="217407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Night Watch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Rembrandt</a:t>
            </a:r>
            <a:endParaRPr lang="ko-KR" altLang="en-US" sz="900" dirty="0"/>
          </a:p>
        </p:txBody>
      </p:sp>
      <p:pic>
        <p:nvPicPr>
          <p:cNvPr id="22" name="art-514" descr="Impression, Sunrise · Claude Mon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254" y="3917043"/>
            <a:ext cx="2277739" cy="1767526"/>
          </a:xfrm>
          <a:prstGeom prst="rect">
            <a:avLst/>
          </a:prstGeom>
        </p:spPr>
      </p:pic>
      <p:sp>
        <p:nvSpPr>
          <p:cNvPr id="23" name="ex-515"/>
          <p:cNvSpPr/>
          <p:nvPr/>
        </p:nvSpPr>
        <p:spPr>
          <a:xfrm>
            <a:off x="7084406" y="399019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516"/>
          <p:cNvSpPr txBox="1"/>
          <p:nvPr/>
        </p:nvSpPr>
        <p:spPr>
          <a:xfrm>
            <a:off x="7084406" y="399019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517"/>
          <p:cNvSpPr txBox="1"/>
          <p:nvPr/>
        </p:nvSpPr>
        <p:spPr>
          <a:xfrm>
            <a:off x="7011254" y="5721145"/>
            <a:ext cx="227773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Impression, Sunrise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6" name="art-518" descr="Wheat Field with Cypresses · Vincent van Gog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7009" y="3917043"/>
            <a:ext cx="2223303" cy="1767526"/>
          </a:xfrm>
          <a:prstGeom prst="rect">
            <a:avLst/>
          </a:prstGeom>
        </p:spPr>
      </p:pic>
      <p:sp>
        <p:nvSpPr>
          <p:cNvPr id="27" name="ex-519"/>
          <p:cNvSpPr/>
          <p:nvPr/>
        </p:nvSpPr>
        <p:spPr>
          <a:xfrm>
            <a:off x="9490161" y="399019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ex-text-520"/>
          <p:cNvSpPr txBox="1"/>
          <p:nvPr/>
        </p:nvSpPr>
        <p:spPr>
          <a:xfrm>
            <a:off x="9490161" y="399019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9" name="cap-521"/>
          <p:cNvSpPr txBox="1"/>
          <p:nvPr/>
        </p:nvSpPr>
        <p:spPr>
          <a:xfrm>
            <a:off x="9417009" y="5721145"/>
            <a:ext cx="222330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Wheat Field with Cypresses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Peaceful</a:t>
            </a:r>
            <a:endParaRPr lang="ko-KR" altLang="en-US" sz="3600" dirty="0"/>
          </a:p>
        </p:txBody>
      </p:sp>
      <p:sp>
        <p:nvSpPr>
          <p:cNvPr id="3" name="f-idx-52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16 / 21</a:t>
            </a:r>
            <a:endParaRPr lang="ko-KR" altLang="en-US" sz="1100" dirty="0"/>
          </a:p>
        </p:txBody>
      </p:sp>
      <p:sp>
        <p:nvSpPr>
          <p:cNvPr id="4" name="pill-52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52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52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52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527" descr="Water Lilies (MoMA 전시장 사진) · Claude Mon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3133" y="1371600"/>
            <a:ext cx="3544766" cy="2364359"/>
          </a:xfrm>
          <a:prstGeom prst="rect">
            <a:avLst/>
          </a:prstGeom>
        </p:spPr>
      </p:pic>
      <p:sp>
        <p:nvSpPr>
          <p:cNvPr id="9" name="cap-528"/>
          <p:cNvSpPr txBox="1"/>
          <p:nvPr/>
        </p:nvSpPr>
        <p:spPr>
          <a:xfrm>
            <a:off x="2293133" y="3772535"/>
            <a:ext cx="3544766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Water Lilies (MoMA 전시장 사진)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10" name="art-529" descr="Interior. Sunlight on the Floor · Vilhelm Hammershø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914" y="1371600"/>
            <a:ext cx="2012069" cy="2364359"/>
          </a:xfrm>
          <a:prstGeom prst="rect">
            <a:avLst/>
          </a:prstGeom>
        </p:spPr>
      </p:pic>
      <p:sp>
        <p:nvSpPr>
          <p:cNvPr id="11" name="ex-530"/>
          <p:cNvSpPr/>
          <p:nvPr/>
        </p:nvSpPr>
        <p:spPr>
          <a:xfrm>
            <a:off x="603906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x-text-531"/>
          <p:cNvSpPr txBox="1"/>
          <p:nvPr/>
        </p:nvSpPr>
        <p:spPr>
          <a:xfrm>
            <a:off x="603906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3" name="cap-532"/>
          <p:cNvSpPr txBox="1"/>
          <p:nvPr/>
        </p:nvSpPr>
        <p:spPr>
          <a:xfrm>
            <a:off x="5965914" y="3772535"/>
            <a:ext cx="201206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Interior. Sunlight on the Floor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Vilhelm Hammershøi</a:t>
            </a:r>
            <a:endParaRPr lang="ko-KR" altLang="en-US" sz="900" dirty="0"/>
          </a:p>
        </p:txBody>
      </p:sp>
      <p:pic>
        <p:nvPicPr>
          <p:cNvPr id="14" name="art-533" descr="Nocturne: Blue and Gold – Old Battersea Bridge · James McNeill Whist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000" y="1371600"/>
            <a:ext cx="1789819" cy="2364359"/>
          </a:xfrm>
          <a:prstGeom prst="rect">
            <a:avLst/>
          </a:prstGeom>
        </p:spPr>
      </p:pic>
      <p:sp>
        <p:nvSpPr>
          <p:cNvPr id="15" name="ex-534"/>
          <p:cNvSpPr/>
          <p:nvPr/>
        </p:nvSpPr>
        <p:spPr>
          <a:xfrm>
            <a:off x="8179152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535"/>
          <p:cNvSpPr txBox="1"/>
          <p:nvPr/>
        </p:nvSpPr>
        <p:spPr>
          <a:xfrm>
            <a:off x="8179152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536"/>
          <p:cNvSpPr txBox="1"/>
          <p:nvPr/>
        </p:nvSpPr>
        <p:spPr>
          <a:xfrm>
            <a:off x="8106000" y="3772535"/>
            <a:ext cx="178981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Nocturne: Blue and Gold –…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James McNeill Whistler</a:t>
            </a:r>
            <a:endParaRPr lang="ko-KR" altLang="en-US" sz="900" dirty="0"/>
          </a:p>
        </p:txBody>
      </p:sp>
      <p:pic>
        <p:nvPicPr>
          <p:cNvPr id="18" name="art-537" descr="Moonrise over the Sea · Caspar David Friedri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133" y="4266311"/>
            <a:ext cx="2503312" cy="1915033"/>
          </a:xfrm>
          <a:prstGeom prst="rect">
            <a:avLst/>
          </a:prstGeom>
        </p:spPr>
      </p:pic>
      <p:sp>
        <p:nvSpPr>
          <p:cNvPr id="19" name="ex-538"/>
          <p:cNvSpPr/>
          <p:nvPr/>
        </p:nvSpPr>
        <p:spPr>
          <a:xfrm>
            <a:off x="2366285" y="43394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539"/>
          <p:cNvSpPr txBox="1"/>
          <p:nvPr/>
        </p:nvSpPr>
        <p:spPr>
          <a:xfrm>
            <a:off x="2366285" y="43394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540"/>
          <p:cNvSpPr txBox="1"/>
          <p:nvPr/>
        </p:nvSpPr>
        <p:spPr>
          <a:xfrm>
            <a:off x="2293133" y="6217920"/>
            <a:ext cx="250331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Moonrise over the Sea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Caspar David Friedrich</a:t>
            </a:r>
            <a:endParaRPr lang="ko-KR" altLang="en-US" sz="900" dirty="0"/>
          </a:p>
        </p:txBody>
      </p:sp>
      <p:pic>
        <p:nvPicPr>
          <p:cNvPr id="22" name="art-541" descr="Water Lilies and Japanese Bridge · Claude Mon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461" y="4266311"/>
            <a:ext cx="1972228" cy="1915033"/>
          </a:xfrm>
          <a:prstGeom prst="rect">
            <a:avLst/>
          </a:prstGeom>
        </p:spPr>
      </p:pic>
      <p:sp>
        <p:nvSpPr>
          <p:cNvPr id="23" name="ex-542"/>
          <p:cNvSpPr/>
          <p:nvPr/>
        </p:nvSpPr>
        <p:spPr>
          <a:xfrm>
            <a:off x="4997613" y="43394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543"/>
          <p:cNvSpPr txBox="1"/>
          <p:nvPr/>
        </p:nvSpPr>
        <p:spPr>
          <a:xfrm>
            <a:off x="4997613" y="43394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544"/>
          <p:cNvSpPr txBox="1"/>
          <p:nvPr/>
        </p:nvSpPr>
        <p:spPr>
          <a:xfrm>
            <a:off x="4924461" y="6217920"/>
            <a:ext cx="19722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Water Lilies and Japanese Bri…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6" name="art-545" descr="Rest · Vilhelm Hammershø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705" y="4266311"/>
            <a:ext cx="2871115" cy="1915033"/>
          </a:xfrm>
          <a:prstGeom prst="rect">
            <a:avLst/>
          </a:prstGeom>
        </p:spPr>
      </p:pic>
      <p:sp>
        <p:nvSpPr>
          <p:cNvPr id="27" name="ex-546"/>
          <p:cNvSpPr/>
          <p:nvPr/>
        </p:nvSpPr>
        <p:spPr>
          <a:xfrm>
            <a:off x="7097857" y="4339463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ex-text-547"/>
          <p:cNvSpPr txBox="1"/>
          <p:nvPr/>
        </p:nvSpPr>
        <p:spPr>
          <a:xfrm>
            <a:off x="7097857" y="4339463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9" name="cap-548"/>
          <p:cNvSpPr txBox="1"/>
          <p:nvPr/>
        </p:nvSpPr>
        <p:spPr>
          <a:xfrm>
            <a:off x="7024705" y="6217920"/>
            <a:ext cx="287111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Rest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Vilhelm Hammershøi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Winter</a:t>
            </a:r>
            <a:endParaRPr lang="ko-KR" altLang="en-US" sz="3600" dirty="0"/>
          </a:p>
        </p:txBody>
      </p:sp>
      <p:sp>
        <p:nvSpPr>
          <p:cNvPr id="3" name="f-idx-549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17 / 21</a:t>
            </a:r>
            <a:endParaRPr lang="ko-KR" altLang="en-US" sz="1100" dirty="0"/>
          </a:p>
        </p:txBody>
      </p:sp>
      <p:sp>
        <p:nvSpPr>
          <p:cNvPr id="4" name="pill-550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551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552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553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554" descr="The Hunters in the Snow · Pieter Bruegel the E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07" y="1371600"/>
            <a:ext cx="3139769" cy="2235515"/>
          </a:xfrm>
          <a:prstGeom prst="rect">
            <a:avLst/>
          </a:prstGeom>
        </p:spPr>
      </p:pic>
      <p:sp>
        <p:nvSpPr>
          <p:cNvPr id="9" name="ex-555"/>
          <p:cNvSpPr/>
          <p:nvPr/>
        </p:nvSpPr>
        <p:spPr>
          <a:xfrm>
            <a:off x="1160259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556"/>
          <p:cNvSpPr txBox="1"/>
          <p:nvPr/>
        </p:nvSpPr>
        <p:spPr>
          <a:xfrm>
            <a:off x="1160259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557"/>
          <p:cNvSpPr txBox="1"/>
          <p:nvPr/>
        </p:nvSpPr>
        <p:spPr>
          <a:xfrm>
            <a:off x="1087107" y="3643691"/>
            <a:ext cx="313976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Hunters in the Snow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Pieter Bruegel the Elder</a:t>
            </a:r>
            <a:endParaRPr lang="ko-KR" altLang="en-US" sz="900" dirty="0"/>
          </a:p>
        </p:txBody>
      </p:sp>
      <p:pic>
        <p:nvPicPr>
          <p:cNvPr id="12" name="art-558" descr="The Magpie · Claude Mon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92" y="1371600"/>
            <a:ext cx="3297220" cy="2235515"/>
          </a:xfrm>
          <a:prstGeom prst="rect">
            <a:avLst/>
          </a:prstGeom>
        </p:spPr>
      </p:pic>
      <p:sp>
        <p:nvSpPr>
          <p:cNvPr id="13" name="ex-559"/>
          <p:cNvSpPr/>
          <p:nvPr/>
        </p:nvSpPr>
        <p:spPr>
          <a:xfrm>
            <a:off x="4428044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560"/>
          <p:cNvSpPr txBox="1"/>
          <p:nvPr/>
        </p:nvSpPr>
        <p:spPr>
          <a:xfrm>
            <a:off x="4428044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561"/>
          <p:cNvSpPr txBox="1"/>
          <p:nvPr/>
        </p:nvSpPr>
        <p:spPr>
          <a:xfrm>
            <a:off x="4354892" y="3643691"/>
            <a:ext cx="32972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Magpie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16" name="art-562" descr="Clear Weather after Snow at Kameyama · Utagawa Hiroshi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128" y="1371600"/>
            <a:ext cx="3321717" cy="2235515"/>
          </a:xfrm>
          <a:prstGeom prst="rect">
            <a:avLst/>
          </a:prstGeom>
        </p:spPr>
      </p:pic>
      <p:sp>
        <p:nvSpPr>
          <p:cNvPr id="17" name="ex-563"/>
          <p:cNvSpPr/>
          <p:nvPr/>
        </p:nvSpPr>
        <p:spPr>
          <a:xfrm>
            <a:off x="7853280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564"/>
          <p:cNvSpPr txBox="1"/>
          <p:nvPr/>
        </p:nvSpPr>
        <p:spPr>
          <a:xfrm>
            <a:off x="7853280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565"/>
          <p:cNvSpPr txBox="1"/>
          <p:nvPr/>
        </p:nvSpPr>
        <p:spPr>
          <a:xfrm>
            <a:off x="7780128" y="3643691"/>
            <a:ext cx="332171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Clear Weather after Snow at Kameyama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Utagawa Hiroshige</a:t>
            </a:r>
            <a:endParaRPr lang="ko-KR" altLang="en-US" sz="900" dirty="0"/>
          </a:p>
        </p:txBody>
      </p:sp>
      <p:pic>
        <p:nvPicPr>
          <p:cNvPr id="20" name="art-566" descr="The Abbey in the Oakwood · Caspar David Friedri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45" y="4137467"/>
            <a:ext cx="3188575" cy="2043877"/>
          </a:xfrm>
          <a:prstGeom prst="rect">
            <a:avLst/>
          </a:prstGeom>
        </p:spPr>
      </p:pic>
      <p:sp>
        <p:nvSpPr>
          <p:cNvPr id="21" name="ex-567"/>
          <p:cNvSpPr/>
          <p:nvPr/>
        </p:nvSpPr>
        <p:spPr>
          <a:xfrm>
            <a:off x="1153897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568"/>
          <p:cNvSpPr txBox="1"/>
          <p:nvPr/>
        </p:nvSpPr>
        <p:spPr>
          <a:xfrm>
            <a:off x="1153897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569"/>
          <p:cNvSpPr txBox="1"/>
          <p:nvPr/>
        </p:nvSpPr>
        <p:spPr>
          <a:xfrm>
            <a:off x="1080745" y="6217920"/>
            <a:ext cx="318857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Abbey in the Oakwood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Caspar David Friedrich</a:t>
            </a:r>
            <a:endParaRPr lang="ko-KR" altLang="en-US" sz="900" dirty="0"/>
          </a:p>
        </p:txBody>
      </p:sp>
      <p:pic>
        <p:nvPicPr>
          <p:cNvPr id="24" name="art-570" descr="Snow at Louveciennes · Alfred Sisl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336" y="4137467"/>
            <a:ext cx="1812919" cy="2043877"/>
          </a:xfrm>
          <a:prstGeom prst="rect">
            <a:avLst/>
          </a:prstGeom>
        </p:spPr>
      </p:pic>
      <p:sp>
        <p:nvSpPr>
          <p:cNvPr id="25" name="ex-571"/>
          <p:cNvSpPr/>
          <p:nvPr/>
        </p:nvSpPr>
        <p:spPr>
          <a:xfrm>
            <a:off x="4470488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572"/>
          <p:cNvSpPr txBox="1"/>
          <p:nvPr/>
        </p:nvSpPr>
        <p:spPr>
          <a:xfrm>
            <a:off x="4470488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573"/>
          <p:cNvSpPr txBox="1"/>
          <p:nvPr/>
        </p:nvSpPr>
        <p:spPr>
          <a:xfrm>
            <a:off x="4397336" y="6217920"/>
            <a:ext cx="181291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Snow at Louveciennes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Alfred Sisley</a:t>
            </a:r>
            <a:endParaRPr lang="ko-KR" altLang="en-US" sz="900" dirty="0"/>
          </a:p>
        </p:txBody>
      </p:sp>
      <p:pic>
        <p:nvPicPr>
          <p:cNvPr id="28" name="art-574" descr="Winter Landscape with Ice Skaters · Hendrick Avercam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271" y="4137467"/>
            <a:ext cx="2064522" cy="2043877"/>
          </a:xfrm>
          <a:prstGeom prst="rect">
            <a:avLst/>
          </a:prstGeom>
        </p:spPr>
      </p:pic>
      <p:sp>
        <p:nvSpPr>
          <p:cNvPr id="29" name="ex-575"/>
          <p:cNvSpPr/>
          <p:nvPr/>
        </p:nvSpPr>
        <p:spPr>
          <a:xfrm>
            <a:off x="6411423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576"/>
          <p:cNvSpPr txBox="1"/>
          <p:nvPr/>
        </p:nvSpPr>
        <p:spPr>
          <a:xfrm>
            <a:off x="6411423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577"/>
          <p:cNvSpPr txBox="1"/>
          <p:nvPr/>
        </p:nvSpPr>
        <p:spPr>
          <a:xfrm>
            <a:off x="6338271" y="6217920"/>
            <a:ext cx="2064522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Winter Landscape with Ice Skate…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Hendrick Avercamp</a:t>
            </a:r>
            <a:endParaRPr lang="ko-KR" altLang="en-US" sz="900" dirty="0"/>
          </a:p>
        </p:txBody>
      </p:sp>
      <p:pic>
        <p:nvPicPr>
          <p:cNvPr id="32" name="art-578" descr="Rooftops in the Snow · Gustave Caillebot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0809" y="4137467"/>
            <a:ext cx="2577398" cy="2043877"/>
          </a:xfrm>
          <a:prstGeom prst="rect">
            <a:avLst/>
          </a:prstGeom>
        </p:spPr>
      </p:pic>
      <p:sp>
        <p:nvSpPr>
          <p:cNvPr id="33" name="ex-579"/>
          <p:cNvSpPr/>
          <p:nvPr/>
        </p:nvSpPr>
        <p:spPr>
          <a:xfrm>
            <a:off x="8603961" y="4210619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580"/>
          <p:cNvSpPr txBox="1"/>
          <p:nvPr/>
        </p:nvSpPr>
        <p:spPr>
          <a:xfrm>
            <a:off x="8603961" y="4210619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581"/>
          <p:cNvSpPr txBox="1"/>
          <p:nvPr/>
        </p:nvSpPr>
        <p:spPr>
          <a:xfrm>
            <a:off x="8530809" y="6217920"/>
            <a:ext cx="257739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Rooftops in the Snow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Gustave Caillebotte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Photography</a:t>
            </a:r>
            <a:endParaRPr lang="ko-KR" altLang="en-US" sz="3600" dirty="0"/>
          </a:p>
        </p:txBody>
      </p:sp>
      <p:sp>
        <p:nvSpPr>
          <p:cNvPr id="3" name="f-idx-58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18 / 21</a:t>
            </a:r>
            <a:endParaRPr lang="ko-KR" altLang="en-US" sz="1100" dirty="0"/>
          </a:p>
        </p:txBody>
      </p:sp>
      <p:sp>
        <p:nvSpPr>
          <p:cNvPr id="4" name="pill-58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58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0</a:t>
            </a:r>
            <a:endParaRPr lang="ko-KR" altLang="en-US" sz="1100" dirty="0"/>
          </a:p>
        </p:txBody>
      </p:sp>
      <p:sp>
        <p:nvSpPr>
          <p:cNvPr id="6" name="pill-58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58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7</a:t>
            </a:r>
            <a:endParaRPr lang="ko-KR" altLang="en-US" sz="1100" dirty="0"/>
          </a:p>
        </p:txBody>
      </p:sp>
      <p:pic>
        <p:nvPicPr>
          <p:cNvPr id="8" name="art-587" descr="Migrant Mother · Dorothea L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95" y="1371600"/>
            <a:ext cx="1636598" cy="2128216"/>
          </a:xfrm>
          <a:prstGeom prst="rect">
            <a:avLst/>
          </a:prstGeom>
        </p:spPr>
      </p:pic>
      <p:sp>
        <p:nvSpPr>
          <p:cNvPr id="9" name="ex-588"/>
          <p:cNvSpPr/>
          <p:nvPr/>
        </p:nvSpPr>
        <p:spPr>
          <a:xfrm>
            <a:off x="214434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ex-text-589"/>
          <p:cNvSpPr txBox="1"/>
          <p:nvPr/>
        </p:nvSpPr>
        <p:spPr>
          <a:xfrm>
            <a:off x="214434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1" name="cap-590"/>
          <p:cNvSpPr txBox="1"/>
          <p:nvPr/>
        </p:nvSpPr>
        <p:spPr>
          <a:xfrm>
            <a:off x="2071195" y="3536392"/>
            <a:ext cx="163659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Migrant Mother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Dorothea Lange</a:t>
            </a:r>
            <a:endParaRPr lang="ko-KR" altLang="en-US" sz="900" dirty="0"/>
          </a:p>
        </p:txBody>
      </p:sp>
      <p:pic>
        <p:nvPicPr>
          <p:cNvPr id="12" name="art-591" descr="The Tetons and the Snake River · Ansel Ada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809" y="1371600"/>
            <a:ext cx="2656949" cy="2128216"/>
          </a:xfrm>
          <a:prstGeom prst="rect">
            <a:avLst/>
          </a:prstGeom>
        </p:spPr>
      </p:pic>
      <p:sp>
        <p:nvSpPr>
          <p:cNvPr id="13" name="ex-592"/>
          <p:cNvSpPr/>
          <p:nvPr/>
        </p:nvSpPr>
        <p:spPr>
          <a:xfrm>
            <a:off x="3908961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593"/>
          <p:cNvSpPr txBox="1"/>
          <p:nvPr/>
        </p:nvSpPr>
        <p:spPr>
          <a:xfrm>
            <a:off x="3908961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594"/>
          <p:cNvSpPr txBox="1"/>
          <p:nvPr/>
        </p:nvSpPr>
        <p:spPr>
          <a:xfrm>
            <a:off x="3835809" y="3536392"/>
            <a:ext cx="265694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Tetons and the Snake River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Ansel Adams</a:t>
            </a:r>
            <a:endParaRPr lang="ko-KR" altLang="en-US" sz="900" dirty="0"/>
          </a:p>
        </p:txBody>
      </p:sp>
      <p:pic>
        <p:nvPicPr>
          <p:cNvPr id="16" name="art-595" descr="The Steerage · Alfred Stieglitz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75" y="1371600"/>
            <a:ext cx="1689804" cy="2128216"/>
          </a:xfrm>
          <a:prstGeom prst="rect">
            <a:avLst/>
          </a:prstGeom>
        </p:spPr>
      </p:pic>
      <p:sp>
        <p:nvSpPr>
          <p:cNvPr id="17" name="ex-596"/>
          <p:cNvSpPr/>
          <p:nvPr/>
        </p:nvSpPr>
        <p:spPr>
          <a:xfrm>
            <a:off x="6693927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597"/>
          <p:cNvSpPr txBox="1"/>
          <p:nvPr/>
        </p:nvSpPr>
        <p:spPr>
          <a:xfrm>
            <a:off x="6693927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598"/>
          <p:cNvSpPr txBox="1"/>
          <p:nvPr/>
        </p:nvSpPr>
        <p:spPr>
          <a:xfrm>
            <a:off x="6620775" y="3536392"/>
            <a:ext cx="16898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Steerage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Alfred Stieglitz</a:t>
            </a:r>
            <a:endParaRPr lang="ko-KR" altLang="en-US" sz="900" dirty="0"/>
          </a:p>
        </p:txBody>
      </p:sp>
      <p:pic>
        <p:nvPicPr>
          <p:cNvPr id="20" name="art-599" descr="The Flatiron · Edward Steich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594" y="1371600"/>
            <a:ext cx="1679163" cy="2128216"/>
          </a:xfrm>
          <a:prstGeom prst="rect">
            <a:avLst/>
          </a:prstGeom>
        </p:spPr>
      </p:pic>
      <p:sp>
        <p:nvSpPr>
          <p:cNvPr id="21" name="ex-600"/>
          <p:cNvSpPr/>
          <p:nvPr/>
        </p:nvSpPr>
        <p:spPr>
          <a:xfrm>
            <a:off x="851174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601"/>
          <p:cNvSpPr txBox="1"/>
          <p:nvPr/>
        </p:nvSpPr>
        <p:spPr>
          <a:xfrm>
            <a:off x="851174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602"/>
          <p:cNvSpPr txBox="1"/>
          <p:nvPr/>
        </p:nvSpPr>
        <p:spPr>
          <a:xfrm>
            <a:off x="8438594" y="3536392"/>
            <a:ext cx="167916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Flatiron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Edward Steichen</a:t>
            </a:r>
            <a:endParaRPr lang="ko-KR" altLang="en-US" sz="900" dirty="0"/>
          </a:p>
        </p:txBody>
      </p:sp>
      <p:pic>
        <p:nvPicPr>
          <p:cNvPr id="24" name="art-603" descr="The Blue Marble · Apollo 17 crew (NASA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398" y="4030168"/>
            <a:ext cx="2149025" cy="2151176"/>
          </a:xfrm>
          <a:prstGeom prst="rect">
            <a:avLst/>
          </a:prstGeom>
        </p:spPr>
      </p:pic>
      <p:sp>
        <p:nvSpPr>
          <p:cNvPr id="25" name="ex-604"/>
          <p:cNvSpPr/>
          <p:nvPr/>
        </p:nvSpPr>
        <p:spPr>
          <a:xfrm>
            <a:off x="2162550" y="410332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605"/>
          <p:cNvSpPr txBox="1"/>
          <p:nvPr/>
        </p:nvSpPr>
        <p:spPr>
          <a:xfrm>
            <a:off x="2162550" y="41033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606"/>
          <p:cNvSpPr txBox="1"/>
          <p:nvPr/>
        </p:nvSpPr>
        <p:spPr>
          <a:xfrm>
            <a:off x="2089398" y="6217920"/>
            <a:ext cx="214902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Blue Marble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Apollo 17 crew (NASA)</a:t>
            </a:r>
            <a:endParaRPr lang="ko-KR" altLang="en-US" sz="900" dirty="0"/>
          </a:p>
        </p:txBody>
      </p:sp>
      <p:pic>
        <p:nvPicPr>
          <p:cNvPr id="28" name="art-607" descr="Lunch atop a Skyscraper · Charles C. Ebbets (attr.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439" y="4030168"/>
            <a:ext cx="2736865" cy="2151176"/>
          </a:xfrm>
          <a:prstGeom prst="rect">
            <a:avLst/>
          </a:prstGeom>
        </p:spPr>
      </p:pic>
      <p:sp>
        <p:nvSpPr>
          <p:cNvPr id="29" name="ex-608"/>
          <p:cNvSpPr/>
          <p:nvPr/>
        </p:nvSpPr>
        <p:spPr>
          <a:xfrm>
            <a:off x="4439591" y="410332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609"/>
          <p:cNvSpPr txBox="1"/>
          <p:nvPr/>
        </p:nvSpPr>
        <p:spPr>
          <a:xfrm>
            <a:off x="4439591" y="41033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610"/>
          <p:cNvSpPr txBox="1"/>
          <p:nvPr/>
        </p:nvSpPr>
        <p:spPr>
          <a:xfrm>
            <a:off x="4366439" y="6217920"/>
            <a:ext cx="273686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Lunch atop a Skyscraper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Charles C. Ebbets (attr.)</a:t>
            </a:r>
            <a:endParaRPr lang="ko-KR" altLang="en-US" sz="900" dirty="0"/>
          </a:p>
        </p:txBody>
      </p:sp>
      <p:pic>
        <p:nvPicPr>
          <p:cNvPr id="32" name="art-611" descr="Endurance in the ice · Frank Hurle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1320" y="4030168"/>
            <a:ext cx="2868234" cy="2151176"/>
          </a:xfrm>
          <a:prstGeom prst="rect">
            <a:avLst/>
          </a:prstGeom>
        </p:spPr>
      </p:pic>
      <p:sp>
        <p:nvSpPr>
          <p:cNvPr id="33" name="ex-612"/>
          <p:cNvSpPr/>
          <p:nvPr/>
        </p:nvSpPr>
        <p:spPr>
          <a:xfrm>
            <a:off x="7304472" y="4103320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ex-text-613"/>
          <p:cNvSpPr txBox="1"/>
          <p:nvPr/>
        </p:nvSpPr>
        <p:spPr>
          <a:xfrm>
            <a:off x="7304472" y="41033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5" name="cap-614"/>
          <p:cNvSpPr txBox="1"/>
          <p:nvPr/>
        </p:nvSpPr>
        <p:spPr>
          <a:xfrm>
            <a:off x="7231320" y="6217920"/>
            <a:ext cx="286823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Endurance in the ice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Frank Hurley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Pop Art</a:t>
            </a:r>
            <a:endParaRPr lang="ko-KR" altLang="en-US" sz="3600" dirty="0"/>
          </a:p>
        </p:txBody>
      </p:sp>
      <p:sp>
        <p:nvSpPr>
          <p:cNvPr id="3" name="f-idx-615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19 / 21</a:t>
            </a:r>
            <a:endParaRPr lang="ko-KR" altLang="en-US" sz="1100" dirty="0"/>
          </a:p>
        </p:txBody>
      </p:sp>
      <p:sp>
        <p:nvSpPr>
          <p:cNvPr id="4" name="pill-616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617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618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619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sp>
        <p:nvSpPr>
          <p:cNvPr id="8" name="pop-note-620"/>
          <p:cNvSpPr txBox="1"/>
          <p:nvPr/>
        </p:nvSpPr>
        <p:spPr>
          <a:xfrm>
            <a:off x="548640" y="12435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chemeClr val="accent1"/>
                </a:solidFill>
              </a:rPr>
              <a:t>※ 원작(Warhol·Lichtenstein 등) 저작권으로 19세기 포스터 아트로 대체한 예시</a:t>
            </a:r>
            <a:endParaRPr lang="ko-KR" altLang="en-US" sz="1000" dirty="0"/>
          </a:p>
        </p:txBody>
      </p:sp>
      <p:pic>
        <p:nvPicPr>
          <p:cNvPr id="9" name="art-621" descr="Samsung Art Store 부스 &quot;Vibrant&quot; 큐레이션 화면 (Art Basel 202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3629"/>
            <a:ext cx="6858000" cy="4574286"/>
          </a:xfrm>
          <a:prstGeom prst="rect">
            <a:avLst/>
          </a:prstGeom>
        </p:spPr>
      </p:pic>
      <p:sp>
        <p:nvSpPr>
          <p:cNvPr id="10" name="cap-622"/>
          <p:cNvSpPr txBox="1"/>
          <p:nvPr/>
        </p:nvSpPr>
        <p:spPr>
          <a:xfrm>
            <a:off x="548640" y="6214491"/>
            <a:ext cx="68580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Samsung Art Store 부스 "Vibrant" 큐레이션 화면 (Art Basel 2026)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미확인</a:t>
            </a:r>
            <a:endParaRPr lang="ko-KR" altLang="en-US" sz="900" dirty="0"/>
          </a:p>
        </p:txBody>
      </p:sp>
      <p:pic>
        <p:nvPicPr>
          <p:cNvPr id="11" name="art-623" descr="JOB (poster) · Alphonse Much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43" y="1600200"/>
            <a:ext cx="1270105" cy="1677813"/>
          </a:xfrm>
          <a:prstGeom prst="rect">
            <a:avLst/>
          </a:prstGeom>
        </p:spPr>
      </p:pic>
      <p:sp>
        <p:nvSpPr>
          <p:cNvPr id="12" name="ex-624"/>
          <p:cNvSpPr/>
          <p:nvPr/>
        </p:nvSpPr>
        <p:spPr>
          <a:xfrm>
            <a:off x="7754095" y="16733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ex-text-625"/>
          <p:cNvSpPr txBox="1"/>
          <p:nvPr/>
        </p:nvSpPr>
        <p:spPr>
          <a:xfrm>
            <a:off x="7754095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4" name="cap-626"/>
          <p:cNvSpPr txBox="1"/>
          <p:nvPr/>
        </p:nvSpPr>
        <p:spPr>
          <a:xfrm>
            <a:off x="7680943" y="3314589"/>
            <a:ext cx="127010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JOB (poster)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Alphonse Mucha</a:t>
            </a:r>
            <a:endParaRPr lang="ko-KR" altLang="en-US" sz="900" dirty="0"/>
          </a:p>
        </p:txBody>
      </p:sp>
      <p:pic>
        <p:nvPicPr>
          <p:cNvPr id="15" name="art-627" descr="Folies-Bergère: La Loïe Fuller (poster) · Jules Chér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064" y="1600200"/>
            <a:ext cx="1132524" cy="1677813"/>
          </a:xfrm>
          <a:prstGeom prst="rect">
            <a:avLst/>
          </a:prstGeom>
        </p:spPr>
      </p:pic>
      <p:sp>
        <p:nvSpPr>
          <p:cNvPr id="16" name="ex-628"/>
          <p:cNvSpPr/>
          <p:nvPr/>
        </p:nvSpPr>
        <p:spPr>
          <a:xfrm>
            <a:off x="9152216" y="16733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ex-text-629"/>
          <p:cNvSpPr txBox="1"/>
          <p:nvPr/>
        </p:nvSpPr>
        <p:spPr>
          <a:xfrm>
            <a:off x="9152216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8" name="cap-630"/>
          <p:cNvSpPr txBox="1"/>
          <p:nvPr/>
        </p:nvSpPr>
        <p:spPr>
          <a:xfrm>
            <a:off x="9079064" y="3314589"/>
            <a:ext cx="113252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Folies-Bergère:…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Jules Chéret</a:t>
            </a:r>
            <a:endParaRPr lang="ko-KR" altLang="en-US" sz="900" dirty="0"/>
          </a:p>
        </p:txBody>
      </p:sp>
      <p:pic>
        <p:nvPicPr>
          <p:cNvPr id="19" name="art-631" descr="Tournée du Chat Noir · Théophile-Alexandre Steinl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604" y="1600200"/>
            <a:ext cx="1255004" cy="1677813"/>
          </a:xfrm>
          <a:prstGeom prst="rect">
            <a:avLst/>
          </a:prstGeom>
        </p:spPr>
      </p:pic>
      <p:sp>
        <p:nvSpPr>
          <p:cNvPr id="20" name="ex-632"/>
          <p:cNvSpPr/>
          <p:nvPr/>
        </p:nvSpPr>
        <p:spPr>
          <a:xfrm>
            <a:off x="10412756" y="16733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ex-text-633"/>
          <p:cNvSpPr txBox="1"/>
          <p:nvPr/>
        </p:nvSpPr>
        <p:spPr>
          <a:xfrm>
            <a:off x="10412756" y="16733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2" name="cap-634"/>
          <p:cNvSpPr txBox="1"/>
          <p:nvPr/>
        </p:nvSpPr>
        <p:spPr>
          <a:xfrm>
            <a:off x="10339604" y="3314589"/>
            <a:ext cx="125500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Tournée du Chat No…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Théophile-Alexandre St…</a:t>
            </a:r>
            <a:endParaRPr lang="ko-KR" altLang="en-US" sz="900" dirty="0"/>
          </a:p>
        </p:txBody>
      </p:sp>
      <p:pic>
        <p:nvPicPr>
          <p:cNvPr id="23" name="art-635" descr="Divan Japonais · Henri de Toulouse-Lautre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504" y="3808365"/>
            <a:ext cx="1786853" cy="2372979"/>
          </a:xfrm>
          <a:prstGeom prst="rect">
            <a:avLst/>
          </a:prstGeom>
        </p:spPr>
      </p:pic>
      <p:sp>
        <p:nvSpPr>
          <p:cNvPr id="24" name="ex-636"/>
          <p:cNvSpPr/>
          <p:nvPr/>
        </p:nvSpPr>
        <p:spPr>
          <a:xfrm>
            <a:off x="7755656" y="388151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ex-text-637"/>
          <p:cNvSpPr txBox="1"/>
          <p:nvPr/>
        </p:nvSpPr>
        <p:spPr>
          <a:xfrm>
            <a:off x="7755656" y="388151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6" name="cap-638"/>
          <p:cNvSpPr txBox="1"/>
          <p:nvPr/>
        </p:nvSpPr>
        <p:spPr>
          <a:xfrm>
            <a:off x="7682504" y="6217920"/>
            <a:ext cx="178685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Divan Japonais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de Toulouse-Lautrec</a:t>
            </a:r>
            <a:endParaRPr lang="ko-KR" altLang="en-US" sz="900" dirty="0"/>
          </a:p>
        </p:txBody>
      </p:sp>
      <p:pic>
        <p:nvPicPr>
          <p:cNvPr id="27" name="art-639" descr="Cappiello poster · Leonetto Cappiell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7373" y="3808365"/>
            <a:ext cx="1995675" cy="2372979"/>
          </a:xfrm>
          <a:prstGeom prst="rect">
            <a:avLst/>
          </a:prstGeom>
        </p:spPr>
      </p:pic>
      <p:sp>
        <p:nvSpPr>
          <p:cNvPr id="28" name="ex-640"/>
          <p:cNvSpPr/>
          <p:nvPr/>
        </p:nvSpPr>
        <p:spPr>
          <a:xfrm>
            <a:off x="9670525" y="3881517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ex-text-641"/>
          <p:cNvSpPr txBox="1"/>
          <p:nvPr/>
        </p:nvSpPr>
        <p:spPr>
          <a:xfrm>
            <a:off x="9670525" y="3881517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0" name="cap-642"/>
          <p:cNvSpPr txBox="1"/>
          <p:nvPr/>
        </p:nvSpPr>
        <p:spPr>
          <a:xfrm>
            <a:off x="9597373" y="6217920"/>
            <a:ext cx="199567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Cappiello poster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Leonetto Cappiello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Portrait</a:t>
            </a:r>
            <a:endParaRPr lang="ko-KR" altLang="en-US" sz="3600" dirty="0"/>
          </a:p>
        </p:txBody>
      </p:sp>
      <p:sp>
        <p:nvSpPr>
          <p:cNvPr id="3" name="f-idx-643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20 / 21</a:t>
            </a:r>
            <a:endParaRPr lang="ko-KR" altLang="en-US" sz="1100" dirty="0"/>
          </a:p>
        </p:txBody>
      </p:sp>
      <p:sp>
        <p:nvSpPr>
          <p:cNvPr id="4" name="pill-644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645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2</a:t>
            </a:r>
            <a:endParaRPr lang="ko-KR" altLang="en-US" sz="1100" dirty="0"/>
          </a:p>
        </p:txBody>
      </p:sp>
      <p:sp>
        <p:nvSpPr>
          <p:cNvPr id="6" name="pill-646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647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648" descr="Femme au chapeau (Art TV 화면) · Henri Mati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3531"/>
            <a:ext cx="5303520" cy="2985882"/>
          </a:xfrm>
          <a:prstGeom prst="rect">
            <a:avLst/>
          </a:prstGeom>
        </p:spPr>
      </p:pic>
      <p:sp>
        <p:nvSpPr>
          <p:cNvPr id="9" name="cap-649"/>
          <p:cNvSpPr txBox="1"/>
          <p:nvPr/>
        </p:nvSpPr>
        <p:spPr>
          <a:xfrm>
            <a:off x="548640" y="5305989"/>
            <a:ext cx="530352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Femme au chapeau (Art TV 화면)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Henri Matisse</a:t>
            </a:r>
            <a:endParaRPr lang="ko-KR" altLang="en-US" sz="900" dirty="0"/>
          </a:p>
        </p:txBody>
      </p:sp>
      <p:pic>
        <p:nvPicPr>
          <p:cNvPr id="10" name="art-650" descr="Mona Lisa · Leonardo da Vinc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76" y="1371600"/>
            <a:ext cx="1411033" cy="2102880"/>
          </a:xfrm>
          <a:prstGeom prst="rect">
            <a:avLst/>
          </a:prstGeom>
        </p:spPr>
      </p:pic>
      <p:sp>
        <p:nvSpPr>
          <p:cNvPr id="11" name="cap-651"/>
          <p:cNvSpPr txBox="1"/>
          <p:nvPr/>
        </p:nvSpPr>
        <p:spPr>
          <a:xfrm>
            <a:off x="6109176" y="3511056"/>
            <a:ext cx="141103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Mona Lisa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Leonardo da Vinci</a:t>
            </a:r>
            <a:endParaRPr lang="ko-KR" altLang="en-US" sz="900" dirty="0"/>
          </a:p>
        </p:txBody>
      </p:sp>
      <p:pic>
        <p:nvPicPr>
          <p:cNvPr id="12" name="art-652" descr="Self-Portrait · Vincent van Go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224" y="1371600"/>
            <a:ext cx="1730671" cy="2102880"/>
          </a:xfrm>
          <a:prstGeom prst="rect">
            <a:avLst/>
          </a:prstGeom>
        </p:spPr>
      </p:pic>
      <p:sp>
        <p:nvSpPr>
          <p:cNvPr id="13" name="ex-653"/>
          <p:cNvSpPr/>
          <p:nvPr/>
        </p:nvSpPr>
        <p:spPr>
          <a:xfrm>
            <a:off x="7721376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ex-text-654"/>
          <p:cNvSpPr txBox="1"/>
          <p:nvPr/>
        </p:nvSpPr>
        <p:spPr>
          <a:xfrm>
            <a:off x="7721376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5" name="cap-655"/>
          <p:cNvSpPr txBox="1"/>
          <p:nvPr/>
        </p:nvSpPr>
        <p:spPr>
          <a:xfrm>
            <a:off x="7648224" y="3511056"/>
            <a:ext cx="173067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Self-Portrait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16" name="art-656" descr="Portrait of Adele Bloch-Bauer I · Gustav Klim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911" y="1371600"/>
            <a:ext cx="2104985" cy="2102880"/>
          </a:xfrm>
          <a:prstGeom prst="rect">
            <a:avLst/>
          </a:prstGeom>
        </p:spPr>
      </p:pic>
      <p:sp>
        <p:nvSpPr>
          <p:cNvPr id="17" name="ex-657"/>
          <p:cNvSpPr/>
          <p:nvPr/>
        </p:nvSpPr>
        <p:spPr>
          <a:xfrm>
            <a:off x="9580063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ex-text-658"/>
          <p:cNvSpPr txBox="1"/>
          <p:nvPr/>
        </p:nvSpPr>
        <p:spPr>
          <a:xfrm>
            <a:off x="9580063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9" name="cap-659"/>
          <p:cNvSpPr txBox="1"/>
          <p:nvPr/>
        </p:nvSpPr>
        <p:spPr>
          <a:xfrm>
            <a:off x="9506911" y="3511056"/>
            <a:ext cx="2104985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Portrait of Adele Bloch-Bauer I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Gustav Klimt</a:t>
            </a:r>
            <a:endParaRPr lang="ko-KR" altLang="en-US" sz="900" dirty="0"/>
          </a:p>
        </p:txBody>
      </p:sp>
      <p:pic>
        <p:nvPicPr>
          <p:cNvPr id="20" name="art-660" descr="Madame X · John Singer Sarg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176" y="4004832"/>
            <a:ext cx="1120903" cy="2176512"/>
          </a:xfrm>
          <a:prstGeom prst="rect">
            <a:avLst/>
          </a:prstGeom>
        </p:spPr>
      </p:pic>
      <p:sp>
        <p:nvSpPr>
          <p:cNvPr id="21" name="ex-661"/>
          <p:cNvSpPr/>
          <p:nvPr/>
        </p:nvSpPr>
        <p:spPr>
          <a:xfrm>
            <a:off x="6182328" y="407798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ex-text-662"/>
          <p:cNvSpPr txBox="1"/>
          <p:nvPr/>
        </p:nvSpPr>
        <p:spPr>
          <a:xfrm>
            <a:off x="6182328" y="407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3" name="cap-663"/>
          <p:cNvSpPr txBox="1"/>
          <p:nvPr/>
        </p:nvSpPr>
        <p:spPr>
          <a:xfrm>
            <a:off x="6109176" y="6217920"/>
            <a:ext cx="112090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Madame X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750" dirty="0">
                <a:solidFill>
                  <a:schemeClr val="accent3"/>
                </a:solidFill>
              </a:rPr>
              <a:t>John Singer Sargent</a:t>
            </a:r>
            <a:endParaRPr lang="ko-KR" altLang="en-US" sz="900" dirty="0"/>
          </a:p>
        </p:txBody>
      </p:sp>
      <p:pic>
        <p:nvPicPr>
          <p:cNvPr id="24" name="art-664" descr="Whistler's Mother · James McNeill Whistl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95" y="4004832"/>
            <a:ext cx="2445519" cy="2176512"/>
          </a:xfrm>
          <a:prstGeom prst="rect">
            <a:avLst/>
          </a:prstGeom>
        </p:spPr>
      </p:pic>
      <p:sp>
        <p:nvSpPr>
          <p:cNvPr id="25" name="ex-665"/>
          <p:cNvSpPr/>
          <p:nvPr/>
        </p:nvSpPr>
        <p:spPr>
          <a:xfrm>
            <a:off x="7431247" y="407798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ex-text-666"/>
          <p:cNvSpPr txBox="1"/>
          <p:nvPr/>
        </p:nvSpPr>
        <p:spPr>
          <a:xfrm>
            <a:off x="7431247" y="407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7" name="cap-667"/>
          <p:cNvSpPr txBox="1"/>
          <p:nvPr/>
        </p:nvSpPr>
        <p:spPr>
          <a:xfrm>
            <a:off x="7358095" y="6217920"/>
            <a:ext cx="244551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Whistler's Mother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James McNeill Whistler</a:t>
            </a:r>
            <a:endParaRPr lang="ko-KR" altLang="en-US" sz="900" dirty="0"/>
          </a:p>
        </p:txBody>
      </p:sp>
      <p:pic>
        <p:nvPicPr>
          <p:cNvPr id="28" name="art-668" descr="Self-Portrait · Rembrand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1630" y="4004832"/>
            <a:ext cx="1680267" cy="2176512"/>
          </a:xfrm>
          <a:prstGeom prst="rect">
            <a:avLst/>
          </a:prstGeom>
        </p:spPr>
      </p:pic>
      <p:sp>
        <p:nvSpPr>
          <p:cNvPr id="29" name="ex-669"/>
          <p:cNvSpPr/>
          <p:nvPr/>
        </p:nvSpPr>
        <p:spPr>
          <a:xfrm>
            <a:off x="10004782" y="4077984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ex-text-670"/>
          <p:cNvSpPr txBox="1"/>
          <p:nvPr/>
        </p:nvSpPr>
        <p:spPr>
          <a:xfrm>
            <a:off x="10004782" y="407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31" name="cap-671"/>
          <p:cNvSpPr txBox="1"/>
          <p:nvPr/>
        </p:nvSpPr>
        <p:spPr>
          <a:xfrm>
            <a:off x="9931630" y="6217920"/>
            <a:ext cx="1680267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Self-Portrait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Rembrandt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5669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600" dirty="0" b="1">
                <a:solidFill>
                  <a:schemeClr val="tx1"/>
                </a:solidFill>
              </a:rPr>
              <a:t>Travel</a:t>
            </a:r>
            <a:endParaRPr lang="ko-KR" altLang="en-US" sz="3600" dirty="0"/>
          </a:p>
        </p:txBody>
      </p:sp>
      <p:sp>
        <p:nvSpPr>
          <p:cNvPr id="3" name="f-idx-672"/>
          <p:cNvSpPr txBox="1"/>
          <p:nvPr/>
        </p:nvSpPr>
        <p:spPr>
          <a:xfrm>
            <a:off x="8503920" y="603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chemeClr val="accent3"/>
                </a:solidFill>
              </a:rPr>
              <a:t>21 / 21</a:t>
            </a:r>
            <a:endParaRPr lang="ko-KR" altLang="en-US" sz="1100" dirty="0"/>
          </a:p>
        </p:txBody>
      </p:sp>
      <p:sp>
        <p:nvSpPr>
          <p:cNvPr id="4" name="pill-673"/>
          <p:cNvSpPr/>
          <p:nvPr/>
        </p:nvSpPr>
        <p:spPr>
          <a:xfrm>
            <a:off x="9555480" y="603504"/>
            <a:ext cx="109728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ill-text-674"/>
          <p:cNvSpPr txBox="1"/>
          <p:nvPr/>
        </p:nvSpPr>
        <p:spPr>
          <a:xfrm>
            <a:off x="9555480" y="603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Art Store 1</a:t>
            </a:r>
            <a:endParaRPr lang="ko-KR" altLang="en-US" sz="1100" dirty="0"/>
          </a:p>
        </p:txBody>
      </p:sp>
      <p:sp>
        <p:nvSpPr>
          <p:cNvPr id="6" name="pill-675"/>
          <p:cNvSpPr/>
          <p:nvPr/>
        </p:nvSpPr>
        <p:spPr>
          <a:xfrm>
            <a:off x="10744200" y="603504"/>
            <a:ext cx="896112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ill-text-676"/>
          <p:cNvSpPr txBox="1"/>
          <p:nvPr/>
        </p:nvSpPr>
        <p:spPr>
          <a:xfrm>
            <a:off x="10744200" y="603504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EX 5</a:t>
            </a:r>
            <a:endParaRPr lang="ko-KR" altLang="en-US" sz="1100" dirty="0"/>
          </a:p>
        </p:txBody>
      </p:sp>
      <p:pic>
        <p:nvPicPr>
          <p:cNvPr id="8" name="art-677" descr="Vienna Viewed from the Belvedere 외 (KHM 전시장 내 Art TV) · Bernardo Bellotto 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2301" y="1371600"/>
            <a:ext cx="3394184" cy="2263921"/>
          </a:xfrm>
          <a:prstGeom prst="rect">
            <a:avLst/>
          </a:prstGeom>
        </p:spPr>
      </p:pic>
      <p:sp>
        <p:nvSpPr>
          <p:cNvPr id="9" name="cap-678"/>
          <p:cNvSpPr txBox="1"/>
          <p:nvPr/>
        </p:nvSpPr>
        <p:spPr>
          <a:xfrm>
            <a:off x="2732301" y="3672097"/>
            <a:ext cx="3394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Vienna Viewed from the Belvedere 외 (KHM 전시장 내 Ar…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Bernardo Bellotto 외</a:t>
            </a:r>
            <a:endParaRPr lang="ko-KR" altLang="en-US" sz="900" dirty="0"/>
          </a:p>
        </p:txBody>
      </p:sp>
      <p:pic>
        <p:nvPicPr>
          <p:cNvPr id="10" name="art-679" descr="The Grand Canal (Venice) · Canalet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01" y="1371600"/>
            <a:ext cx="3202151" cy="2263921"/>
          </a:xfrm>
          <a:prstGeom prst="rect">
            <a:avLst/>
          </a:prstGeom>
        </p:spPr>
      </p:pic>
      <p:sp>
        <p:nvSpPr>
          <p:cNvPr id="11" name="ex-680"/>
          <p:cNvSpPr/>
          <p:nvPr/>
        </p:nvSpPr>
        <p:spPr>
          <a:xfrm>
            <a:off x="6327653" y="1444752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ex-text-681"/>
          <p:cNvSpPr txBox="1"/>
          <p:nvPr/>
        </p:nvSpPr>
        <p:spPr>
          <a:xfrm>
            <a:off x="6327653" y="14447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3" name="cap-682"/>
          <p:cNvSpPr txBox="1"/>
          <p:nvPr/>
        </p:nvSpPr>
        <p:spPr>
          <a:xfrm>
            <a:off x="6254501" y="3672097"/>
            <a:ext cx="320215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The Grand Canal (Venice)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Canaletto</a:t>
            </a:r>
            <a:endParaRPr lang="ko-KR" altLang="en-US" sz="900" dirty="0"/>
          </a:p>
        </p:txBody>
      </p:sp>
      <p:pic>
        <p:nvPicPr>
          <p:cNvPr id="14" name="art-683" descr="Nihonbashi (53 Stations of the Tōkaidō) · Utagawa Hiroshi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306" y="4165873"/>
            <a:ext cx="1392691" cy="2015471"/>
          </a:xfrm>
          <a:prstGeom prst="rect">
            <a:avLst/>
          </a:prstGeom>
        </p:spPr>
      </p:pic>
      <p:sp>
        <p:nvSpPr>
          <p:cNvPr id="15" name="ex-684"/>
          <p:cNvSpPr/>
          <p:nvPr/>
        </p:nvSpPr>
        <p:spPr>
          <a:xfrm>
            <a:off x="2754458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ex-text-685"/>
          <p:cNvSpPr txBox="1"/>
          <p:nvPr/>
        </p:nvSpPr>
        <p:spPr>
          <a:xfrm>
            <a:off x="2754458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17" name="cap-686"/>
          <p:cNvSpPr txBox="1"/>
          <p:nvPr/>
        </p:nvSpPr>
        <p:spPr>
          <a:xfrm>
            <a:off x="2681306" y="6217920"/>
            <a:ext cx="1392691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Nihonbashi (53 Stati…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Utagawa Hiroshige</a:t>
            </a:r>
            <a:endParaRPr lang="ko-KR" altLang="en-US" sz="900" dirty="0"/>
          </a:p>
        </p:txBody>
      </p:sp>
      <p:pic>
        <p:nvPicPr>
          <p:cNvPr id="18" name="art-687" descr="Café Terrace at Night · Vincent van Gog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013" y="4165873"/>
            <a:ext cx="1576099" cy="2015471"/>
          </a:xfrm>
          <a:prstGeom prst="rect">
            <a:avLst/>
          </a:prstGeom>
        </p:spPr>
      </p:pic>
      <p:sp>
        <p:nvSpPr>
          <p:cNvPr id="19" name="ex-688"/>
          <p:cNvSpPr/>
          <p:nvPr/>
        </p:nvSpPr>
        <p:spPr>
          <a:xfrm>
            <a:off x="4275165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ex-text-689"/>
          <p:cNvSpPr txBox="1"/>
          <p:nvPr/>
        </p:nvSpPr>
        <p:spPr>
          <a:xfrm>
            <a:off x="4275165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1" name="cap-690"/>
          <p:cNvSpPr txBox="1"/>
          <p:nvPr/>
        </p:nvSpPr>
        <p:spPr>
          <a:xfrm>
            <a:off x="4202013" y="6217920"/>
            <a:ext cx="157609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Café Terrace at Night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Vincent van Gogh</a:t>
            </a:r>
            <a:endParaRPr lang="ko-KR" altLang="en-US" sz="900" dirty="0"/>
          </a:p>
        </p:txBody>
      </p:sp>
      <p:pic>
        <p:nvPicPr>
          <p:cNvPr id="22" name="art-691" descr="Houses of Parliament, Sunset · Claude Mon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127" y="4165873"/>
            <a:ext cx="2231973" cy="2015471"/>
          </a:xfrm>
          <a:prstGeom prst="rect">
            <a:avLst/>
          </a:prstGeom>
        </p:spPr>
      </p:pic>
      <p:sp>
        <p:nvSpPr>
          <p:cNvPr id="23" name="ex-692"/>
          <p:cNvSpPr/>
          <p:nvPr/>
        </p:nvSpPr>
        <p:spPr>
          <a:xfrm>
            <a:off x="5979279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ex-text-693"/>
          <p:cNvSpPr txBox="1"/>
          <p:nvPr/>
        </p:nvSpPr>
        <p:spPr>
          <a:xfrm>
            <a:off x="5979279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5" name="cap-694"/>
          <p:cNvSpPr txBox="1"/>
          <p:nvPr/>
        </p:nvSpPr>
        <p:spPr>
          <a:xfrm>
            <a:off x="5906127" y="6217920"/>
            <a:ext cx="223197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Houses of Parliament, Sunset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Claude Monet</a:t>
            </a:r>
            <a:endParaRPr lang="ko-KR" altLang="en-US" sz="900" dirty="0"/>
          </a:p>
        </p:txBody>
      </p:sp>
      <p:pic>
        <p:nvPicPr>
          <p:cNvPr id="26" name="art-695" descr="Vintage travel pos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16" y="4165873"/>
            <a:ext cx="1241530" cy="2015471"/>
          </a:xfrm>
          <a:prstGeom prst="rect">
            <a:avLst/>
          </a:prstGeom>
        </p:spPr>
      </p:pic>
      <p:sp>
        <p:nvSpPr>
          <p:cNvPr id="27" name="ex-696"/>
          <p:cNvSpPr/>
          <p:nvPr/>
        </p:nvSpPr>
        <p:spPr>
          <a:xfrm>
            <a:off x="8339268" y="4239025"/>
            <a:ext cx="347472" cy="201168"/>
          </a:xfrm>
          <a:prstGeom prst="roundRect">
            <a:avLst>
              <a:gd name="adj" fmla="val 227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ex-text-697"/>
          <p:cNvSpPr txBox="1"/>
          <p:nvPr/>
        </p:nvSpPr>
        <p:spPr>
          <a:xfrm>
            <a:off x="8339268" y="4239025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00" b="1" dirty="0">
                <a:solidFill>
                  <a:schemeClr val="bg1"/>
                </a:solidFill>
              </a:rPr>
              <a:t>EX</a:t>
            </a:r>
            <a:endParaRPr lang="ko-KR" altLang="en-US" sz="800" dirty="0"/>
          </a:p>
        </p:txBody>
      </p:sp>
      <p:sp>
        <p:nvSpPr>
          <p:cNvPr id="29" name="cap-698"/>
          <p:cNvSpPr txBox="1"/>
          <p:nvPr/>
        </p:nvSpPr>
        <p:spPr>
          <a:xfrm>
            <a:off x="8266116" y="6217920"/>
            <a:ext cx="124153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Vintage travel pos…</a:t>
            </a:r>
            <a:endParaRPr lang="ko-KR" altLang="en-US" sz="900" dirty="0"/>
          </a:p>
          <a:p>
            <a:pPr indent="0" marL="0">
              <a:lnSpc>
                <a:spcPct val="95000"/>
              </a:lnSpc>
              <a:buNone/>
            </a:pPr>
            <a:r>
              <a:rPr lang="ko-KR" altLang="en-US" sz="850" dirty="0">
                <a:solidFill>
                  <a:schemeClr val="accent3"/>
                </a:solidFill>
              </a:rPr>
              <a:t>미상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(1/9)</a:t>
            </a:r>
            <a:endParaRPr lang="ko-KR" altLang="en-US" sz="4000" dirty="0"/>
          </a:p>
        </p:txBody>
      </p:sp>
      <p:sp>
        <p:nvSpPr>
          <p:cNvPr id="3" name="src-note-699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5" name="src-table-7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Guardians of the Secret (Samsung Art TV 화면) · Jackson Pollock (1943)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https://news.samsung.com/global/samsung-art-store-partners-with-san-francisco-museum-of-modern-art-to-bring-modern-masters-to-homes-worldwide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MoMA 컬렉션 Mondrian 작품 (작품명 미확인, Art TV 화면) · Piet Mondrian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MoMA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Whitney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https://news.samsung.com/us/samsung-art-store-whitney-museum-american-art-debut-new-exclusive-partnership/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Composition VII · Wassily Kandinsky (1913)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https://commons.wikimedia.org/wiki/File:Composition_VII_-_Wassily_Kandinsky,_GAC.jpg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Yellow-Red-Blue · Wassily Kandinsky (1925)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https://commons.wikimedia.org/wiki/File:Kandinsky_-_Jaune_Rouge_Bleu.jpg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Suprematist Composition: Airplane Flying · Kazimir Malevich (1915)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https://commons.wikimedia.org/wiki/File:Suprematist_Composition_-_Airplane_Flying_(Malevich,_1915).jpg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Abstract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Ten Largest, No. 7, Adulthood · Hilma af Klint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https://commons.wikimedia.org/wiki/File:Hilma_af_Klint_-_The_Ten_Largest_No._7_-_Adulthood_-_1907.jpg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Great Wave off Kanagawa · Katsushika Hokusai (c.1831)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https://commons.wikimedia.org/wiki/File:Tsunami_by_hokusai_19th_century.jpg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Horse in Motion · Eadweard Muybridge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https://commons.wikimedia.org/wiki/File:The_Horse_in_Motion_high_res.jpg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Stag at Sharkey's · George Bellows (1909)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https://commons.wikimedia.org/wiki/File:George_Wesley_Bellows_Stag_at_Sharkey_(Cropped).jpg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1821 Derby at Epsom · Théodore Géricault (1821)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https://commons.wikimedia.org/wiki/File:Le_Derby_de_1821_%C3%A0_Epsom_-_Th%C3%A9odore_G%C3%A9ricault_-_Mus%C3%A9e_du_Louvre_Peintures_MI_708_-_photo_2.jpg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Raft of the Medusa · Théodore Géricault (1818–19)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https://commons.wikimedia.org/wiki/File:JEAN_LOUIS_TH%C3%89ODORE_G%C3%89RICAULT_-_La_Balsa_de_la_Medusa_(Museo_del_Louvre,_1818-19).jpg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Liberty Leading the People · Eugène Delacroix (1830)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https://commons.wikimedia.org/wiki/File:Eug%C3%A8ne_Delacroix_-_La_libert%C3%A9_guidant_le_peuple.jpg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Gulf Stream · Winslow Homer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https://commons.wikimedia.org/wiki/File:Winslow_Homer_-_The_Gulf_Stream_-_Metropolitan_Museum_of_Art.jpg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Poppies (The Frame 화면) · Claude Monet (1873)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https://news.samsung.com/global/samsung-and-musee-dorsay-partner-to-bring-iconic-masterpieces-to-the-frame-tv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Early Spring in the Wienerwald · Ferdinand Georg Waldmüller (1861)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https://commons.wikimedia.org/wiki/File:Ferdinand_Georg_Waldm%C3%BCller_-_Vorfr%C3%BChling_im_Wienerwald_-_1501_-_%C3%96sterreichische_Galerie_Belvedere.jpg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(2/9)</a:t>
            </a:r>
            <a:endParaRPr lang="ko-KR" altLang="en-US" sz="4000" dirty="0"/>
          </a:p>
        </p:txBody>
      </p:sp>
      <p:sp>
        <p:nvSpPr>
          <p:cNvPr id="3" name="src-note-701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6" name="src-table-7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Almond Blossom · Vincent van Gogh (1890)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https://commons.wikimedia.org/wiki/File:Amandelbloesem_-_s0176V1962_-_Van_Gogh_Museum.jpg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Primavera · Sandro Botticelli (c.1480)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https://commons.wikimedia.org/wiki/File:Botticelli-primavera.jpg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Pink Peach Tree (Souvenir de Mauve)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https://commons.wikimedia.org/wiki/File:Vincent_van_Gogh_-_Pink_peach_trees_(%27Souvenir_de_Mauve%27)_-_Google_Art_Project.jpg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Plum Park in Kameido · Utagawa Hiroshige (1857)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https://commons.wikimedia.org/wiki/File:De_pruimenboomgaard_te_Kameido-Rijksmuseum_RP-P-1956-743.jpeg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Best of Spring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Springtime · Claude Monet (1872)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https://commons.wikimedia.org/wiki/File:Claude_Monet_-_Springtime_-_Google_Art_Project.jpg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Mona Lisa (The Frame 화면) · Leonardo da Vinci (1503–19)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https://news.samsung.com/global/samsung-announces-addition-of-louvre-collection-to-samsung-art-store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Greek Women at the Fountain (Samsung OLED 화면) · Dominique Papety (c.1841)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https://news.samsung.com/global/samsung-announces-addition-of-louvre-collection-to-samsung-art-store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Tower of Babel (Art TV 화면) · Pieter Bruegel the Elder (1563)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https://news.samsung.com/global/samsung-partners-with-kunsthistorisches-museum-in-vienna-to-bring-austrian-masterpieces-to-samsung-art-store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Art of Painting / Vienna Viewed from the Belvedere (KHM 전시장 내 Art TV) · Johannes Vermeer / Bernardo Bellotto (1665–68 / 1758–61)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https://news.samsung.com/global/samsung-partners-with-kunsthistorisches-museum-in-vienna-to-bring-austrian-masterpieces-to-samsung-art-store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Las Meninas · Diego Velázquez (1656)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https://commons.wikimedia.org/wiki/File:Las_Meninas,_by_Diego_Vel%C3%A1zquez,_from_Prado_in_Google_Earth.jpg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Wedding Feast at Cana · Paolo Veronese (1563)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https://commons.wikimedia.org/wiki/File:Les_Noces_de_Cana_-_Paolo_Veronese_-_Mus%C3%A9e_du_Louvre_Peintures_INV_142_;_MR_384.jpg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Classic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 Grande Odalisque · Jean-Auguste-Dominique Ingres (1814)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https://commons.wikimedia.org/wiki/File:Jean_Auguste_Dominique_Ingres,_La_Grande_Odalisque,_1814.jpg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Hong Kong 2026 컬렉션 작품 (작품명 미확인, The Frame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https://news.samsung.com/global/samsung-art-store-adds-art-basel-hong-kong-2026-collection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Hong Kong 2026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https://news.samsung.com/global/samsung-art-store-adds-art-basel-hong-kong-2026-collection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Hong Kong 2026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https://news.samsung.com/global/samsung-art-store-adds-art-basel-hong-kong-2026-collection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in Basel 2026 Samsung 부스 작품 (작품명 미확인)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in Basel 2026 Samsung 부스 작품 (작품명 미확인)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(3/9)</a:t>
            </a:r>
            <a:endParaRPr lang="ko-KR" altLang="en-US" sz="4000" dirty="0"/>
          </a:p>
        </p:txBody>
      </p:sp>
      <p:sp>
        <p:nvSpPr>
          <p:cNvPr id="3" name="src-note-703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7" name="src-table-7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in Basel 2026 Samsung 부스 Micro RGB 화면 (작품명 미확인)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Contemporary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Art Basel Miami Beach 2025 컬렉션 작품 (작품명 미확인, Art TV 화면) · 미확인 (미확인)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https://news.samsung.com/us/experience-art-basel-miami-beach-2025-home-new-collection-arrives-samsung-art-store/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Mandelbrot set (fractal)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https://commons.wikimedia.org/wiki/File:Mandelbrot_Set_Image_112.png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Julia set (fractal)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https://commons.wikimedia.org/wiki/File:Julia_set_(highres_01).jpg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Barnsley fern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https://commons.wikimedia.org/wiki/File:Barnsley_fern_1024x1024.png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Fractal flame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https://commons.wikimedia.org/wiki/File:Apophysis_3D_fractal_ball.jpg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Newton fractal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https://commons.wikimedia.org/wiki/File:Newton_Root-finding_25K_20200512.png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Mandelbrot set zoom (satellite antenna) · Commons 업로더 (2006)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https://commons.wikimedia.org/wiki/File:Mandel_zoom_08_satellite_antenna.jpg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Digital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Mandelbulb · Commons 업로더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https://commons.wikimedia.org/wiki/File:Power_8_mandelbulb_fractal_overview.jpg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Kiss · Gustav Klimt (1907–08)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https://commons.wikimedia.org/wiki/File:The_Kiss_-_Gustav_Klimt_-_Google_Cultural_Institute.jpg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Dance at Le Moulin de la Galette · Pierre-Auguste Renoir (1876)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https://commons.wikimedia.org/wiki/File:Renoir,_Pierre-Auguste_-_Dance_at_Le_Moulin_de_la_Galette,_1876.jpg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Swing · Jean-Honoré Fragonard (1767)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https://commons.wikimedia.org/wiki/File:Joean_Honor%C3%A9_Fragonard_-_The_Swing.jpg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Kiss · Francesco Hayez (1859)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https://commons.wikimedia.org/wiki/File:Francesco_Hayez_008.jpg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Dance at Bougival · Pierre-Auguste Renoir (1883)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https://commons.wikimedia.org/wiki/File:Dance-At-Bougival.jpg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Fulfilment (Stoclet Frieze) · Gustav Klimt (1910–11)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https://commons.wikimedia.org/wiki/File:Preparatory_design_-_Klimt_-_Stoclet_Palace.jpg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Fall in love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Flaming June · Frederic Leighton (1895)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https://commons.wikimedia.org/wiki/File:Flaming_June,_by_Frederic_Lord_Leighton_(1830-1896).jpg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A24 Cinematic Collection 스틸 (영화명 미확인, The Frame 화면) · A24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https://news.samsung.com/global/samsung-art-store-debuts-first-ever-cinematic-collection-for-samsung-tvs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(4/9)</a:t>
            </a:r>
            <a:endParaRPr lang="ko-KR" altLang="en-US" sz="4000" dirty="0"/>
          </a:p>
        </p:txBody>
      </p:sp>
      <p:sp>
        <p:nvSpPr>
          <p:cNvPr id="3" name="src-note-705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8" name="src-table-7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A24 Cinematic Collection 스틸 (영화명 미확인, The Frame 화면) · A24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https://news.samsung.com/global/samsung-art-store-debuts-first-ever-cinematic-collection-for-samsung-tvs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 Trip to the Moon (still) · Georges Méliès (1902)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https://commons.wikimedia.org/wiki/File:M%C3%A9li%C3%A8s_Trip_to_the_Moon_cannon_still.jpg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Metropolis (poster) · Heinz Schulz-Neudamm (1927)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https://commons.wikimedia.org/wiki/File:Boris_Bilinski_(1900-1948)_Plakat_f%C3%BCr_den_Film_Metropolis_(1).jpg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Nosferatu (still) · F. W. Murnau (1922)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https://commons.wikimedia.org/wiki/File:Max_Schreck_as_Count_Orlok_in_Nosferatu_%E2%80%93_Eine_Symphonie_des_Grauens_(1922).jpg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Film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Kid (still) · Charlie Chaplin (1921)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https://commons.wikimedia.org/wiki/File:Chaplin_The_Kid_edit.jpg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 Sunday on La Grande Jatte (Art TV 화면) · Georges Seurat (1884–86)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https://news.samsung.com/us/samsung-art-store-launches-exclusive-collection-from-the-art-institute-of-chicago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Summer · Giuseppe Arcimboldo (1563)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https://commons.wikimedia.org/wiki/File:Giuseppe_Arcimboldo_-_Summer_-_Google_Art_Project.jpg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Children on the Beach · Joaquín Sorolla (1910)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https://commons.wikimedia.org/wiki/File:Joaqu%C3%ADn_Sorolla_-_Chicos_en_la_playa.jpg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Bathers at Asnières · Georges Seurat (1884)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https://commons.wikimedia.org/wiki/File:Baigneurs_a_Asnieres.jpg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Walk on the Beach · Joaquín Sorolla (1909)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https://commons.wikimedia.org/wiki/File:Joaqu%C3%ADn_Sorolla_y_Bastida_-_Strolling_along_the_Seashore_-_Google_Art_Project.jpg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Woman with a Parasol · Claude Monet (1875)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https://commons.wikimedia.org/wiki/File:Claude_Monet_-_Woman_with_a_Parasol_-_Madame_Monet_and_Her_Son_-_Google_Art_Project.jpg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Hello Summer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Beach at Trouville · Eugène Boudin (1860s)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https://commons.wikimedia.org/wiki/File:Eug%C3%A8ne_Boudin_-_La_plage_%C3%A0_Trouville.jpg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Early Sunday Morning (Art TV 화면) · Edward Hopper (1930)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https://news.samsung.com/us/samsung-art-store-whitney-museum-american-art-debut-new-exclusive-partnership/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Mont Sainte-Victoire seen from the Bibémus Quarry (Orsay 수록작과 다른 버전) · Paul Cézanne (c.1890)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https://commons.wikimedia.org/wiki/File:La_Montagne_Sainte-Victoire_vue_de_la_carri%C3%A8re_Bib%C3%A9mus,_par_Paul_C%C3%A9zanne.jpg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Wanderer above the Sea of Fog · Caspar David Friedrich (1818)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https://commons.wikimedia.org/wiki/File:Caspar_David_Friedrich_-_Wanderer_above_the_sea_of_fog.jpg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Hay Wain · John Constable (1821)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https://commons.wikimedia.org/wiki/File:John_Constable_-_The_Hay_Wain_(1821).jpg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Fine Wind, Clear Morning (Red Fuji) · Katsushika Hokusai (c.1831)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https://commons.wikimedia.org/wiki/File:Katsushika_Hokusai,_published_by_Nishimuraya_Yohachi_(Eijud%C5%8D)_-_Fine_Wind,_Clear_Weather_(Gaif%C5%AB_kaisei),_also_known_as_Red_Fuji,_from_the_series_Thirty-six_Views_o..._-_Google_Art_Project_-_Cropped.jpg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(5/9)</a:t>
            </a:r>
            <a:endParaRPr lang="ko-KR" altLang="en-US" sz="4000" dirty="0"/>
          </a:p>
        </p:txBody>
      </p:sp>
      <p:sp>
        <p:nvSpPr>
          <p:cNvPr id="3" name="src-note-707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29" name="src-table-7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Evening Air · Henri-Edmond Cross (1893–94)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https://commons.wikimedia.org/wiki/File:Henri-Edmond_Cross_-_The_Evening_Air_-_Google_Art_Project.jpg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Landscape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Fighting Temeraire · J. M. W. Turner (1839)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https://commons.wikimedia.org/wiki/File:The_Fighting_Temeraire,_JMW_Turner,_National_Gallery.jpg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Child's Bath · Mary Cassatt (1893)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https://commons.wikimedia.org/wiki/File:Mary_Cassatt_-_The_Child%27s_Bath_-_Google_Art_Project.jpg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Breakfast under the Big Birch · Carl Larsson (1896)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https://commons.wikimedia.org/wiki/File:Frukost_under_stora_bj%C3%B6rken_av_Carl_Larsson_1896.jpg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First Steps (after Millet) · Vincent van Gogh (1890)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https://commons.wikimedia.org/wiki/File:1890_van_Gogh_First_Steps_-_after_Millet_anagoria.JPG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Madame Georges Charpentier and Her Children · Pierre-Auguste Renoir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https://commons.wikimedia.org/wiki/File:Renoir_-_madame-georges-charpentier-and-her-children-1878.jpg!PinterestLarge.jpg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Mother and Child (The Oval Mirror) · Mary Cassatt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https://commons.wikimedia.org/wiki/File:Mother_and_Child_(The_Oval_Mirror)_MET_DT2025.jpg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Summer Evening on Skagen Beach · Peder Severin Krøyer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https://commons.wikimedia.org/wiki/File:P_S_Kr%C3%B8yer_1899_-_Sommeraften_ved_Skagens_strand._Kunstneren_og_hans_hustru.jpg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Family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Luncheon (Le Déjeuner) · Claude Monet (1873)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https://commons.wikimedia.org/wiki/File:Claude_monet,_il_pranzo,_1873_ca._02.JPG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Sunflowers (National Gallery, London 버전)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https://commons.wikimedia.org/wiki/File:Vincent_Willem_van_Gogh_127.jpg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Young Hare · Albrecht Dürer (1502)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https://commons.wikimedia.org/wiki/File:Albrecht_D%C3%BCrer_-_Hare,_1502_-_Google_Art_Project.jpg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Irises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https://commons.wikimedia.org/wiki/File:Vincent_van_Gogh_-_Irises_(1889).jpg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Carolina Parrot (Birds of America) · John James Audubon (1827–38)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https://commons.wikimedia.org/wiki/File:Carolina_Parrot_(Audubon).jpg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Actiniae (Kunstformen der Natur) · Ernst Haeckel (1904)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https://commons.wikimedia.org/wiki/File:Haeckel_Actiniae.jpg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Surprised! (Tiger in a Tropical Storm) · Henri Rousseau (1891)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https://commons.wikimedia.org/wiki/File:Surprised-Rousseau.jpg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Great Piece of Turf · Albrecht Dürer (1503)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https://commons.wikimedia.org/wiki/File:Albrecht_D%C3%BCrer_-_The_Large_Piece_of_Turf,_1503_-_Google_Art_Project.jpg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Lion (wildlife photo)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https://commons.wikimedia.org/wiki/File:011_The_lion_king_Tryggve_in_the_Serengeti_National_Park_Photo_by_Giles_Laurent.jpg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(6/9)</a:t>
            </a:r>
            <a:endParaRPr lang="ko-KR" altLang="en-US" sz="4000" dirty="0"/>
          </a:p>
        </p:txBody>
      </p:sp>
      <p:sp>
        <p:nvSpPr>
          <p:cNvPr id="3" name="src-note-709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0" name="src-table-7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Humpback whale breaching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https://commons.wikimedia.org/wiki/File:001_Humpback_whale_breaching_in_Ballena_Marine_National_Park_Photo_by_Giles_Laurent.jpg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Aurora borealis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https://commons.wikimedia.org/wiki/File:Church_of_light.jpg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Earthrise · William Anders (NASA) (1968)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https://commons.wikimedia.org/wiki/File:NASA-Apollo8-Dec24-Earthrise.jpg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Snow leopard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2.0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https://commons.wikimedia.org/wiki/File:Snow_leopard_portrait-2010-07-09.jpg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Coral reef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https://commons.wikimedia.org/wiki/File:Coral_reef_fish_swim_above_the_coral_slope.jpg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National Geographic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Grand Canyon · Commons 사진가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https://commons.wikimedia.org/wiki/File:Grand_Canyon_South_Rim_at_Sunset.jpg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Moomin 컬렉션 일러스트 (The Frame 화면) · Moomin Characters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https://news.samsung.com/global/samsung-art-store-welcomes-the-wonderful-world-of-the-moomins-in-new-global-collaboration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Moomin 컬렉션 일러스트 (The Frame 화면) · Moomin Characters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https://news.samsung.com/global/samsung-art-store-welcomes-the-wonderful-world-of-the-moomins-in-new-global-collaboration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Moomin 컬렉션 일러스트 (The Frame 화면) · Moomin Characters (2026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https://news.samsung.com/global/samsung-art-store-welcomes-the-wonderful-world-of-the-moomins-in-new-global-collaboration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Disney The Little Mermaid (Art TV 화면) · Disney (2025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https://news.samsung.com/global/samsung-art-store-brings-disney-pixar-star-wars-and-more-to-screens-in-4k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Disney Snow White (Art TV 화면) · Disney (2025 컬렉션)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https://news.samsung.com/global/samsung-art-store-brings-disney-pixar-star-wars-and-more-to-screens-in-4k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Snake Charmer · Henri Rousseau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https://commons.wikimedia.org/wiki/File:HENRI_ROUSSEAU_-_La_Encantadora_de_Serpientes_(Museo_de_Orsay,_Par%C3%ADs,_1907._%C3%93leo_sobre_lienzo,_169_x_189.5_cm).jpg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Tale of Peter Rabbit (illustration) · Beatrix Potter (1902)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https://commons.wikimedia.org/wiki/File:Beatrix-potter-inside-cover-peter_rabbit-transparent.png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Just For Kids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Alice's Adventures in Wonderland – A Mad Tea-Party · John Tenniel (1865)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https://commons.wikimedia.org/wiki/File:Alice_par_John_Tenniel_25.png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Starry Night Over the Rhône (The Frame 화면)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https://news.samsung.com/global/samsung-and-musee-dorsay-partner-to-bring-iconic-masterpieces-to-the-frame-tv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Starry Night (The Frame 화면)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Nighthawks (Art TV 화면) · Edward Hopper (1942)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https://news.samsung.com/us/samsung-art-store-launches-exclusive-collection-from-the-art-institute-of-chicago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(7/9)</a:t>
            </a:r>
            <a:endParaRPr lang="ko-KR" altLang="en-US" sz="4000" dirty="0"/>
          </a:p>
        </p:txBody>
      </p:sp>
      <p:sp>
        <p:nvSpPr>
          <p:cNvPr id="3" name="src-note-711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1" name="src-table-7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Girl with a Pearl Earring · Johannes Vermeer (c.1665)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https://commons.wikimedia.org/wiki/File:1665_Girl_with_a_Pearl_Earring.jpg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Night Watch · Rembrandt (1642)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https://commons.wikimedia.org/wiki/File:La_ronda_de_noche,_por_Rembrandt_van_Rijn.jpg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Impression, Sunrise · Claude Monet (1872)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https://commons.wikimedia.org/wiki/File:Monet_-_Impression,_Sunrise.jpg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Oil Paint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Wheat Field with Cypresses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https://commons.wikimedia.org/wiki/File:Vincent_van_Gogh_-_Wheat_Field_with_Cypresses_(National_Gallery_version).jpg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Water Lilies (MoMA 전시장 사진) · Claude Monet (1914–26)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https://news.samsung.com/global/the-samsung-art-store-to-feature-exclusive-highlights-from-the-museum-of-modern-arts-collection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Interior. Sunlight on the Floor · Vilhelm Hammershøi (1901)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https://commons.wikimedia.org/wiki/File:Vilhelm_Hammersh%C3%B8i_(1864-1916)_-_Interior,_Sunlight_on_the_Floor_-_N04509_-_National_Gallery.jpg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Nocturne: Blue and Gold – Old Battersea Bridge · James McNeill Whistler (c.1872–75)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https://commons.wikimedia.org/wiki/File:James_Abbot_McNeill_Whistler_006.jpg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Moonrise over the Sea · Caspar David Friedrich (1822)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https://commons.wikimedia.org/wiki/File:Caspar_David_Friedrich_-_Mondaufgang_am_Meer_-_Google_Art_Project.jpg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Water Lilies and Japanese Bridge · Claude Monet (1899)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https://commons.wikimedia.org/wiki/File:Water-Lilies-and-Japanese-Bridge-(1897-1899)-Monet.jpg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Peaceful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Rest · Vilhelm Hammershøi (1905)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https://commons.wikimedia.org/wiki/File:Vilhelm_hammershoi,_hvile_(riposo),_1905.JPG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Hunters in the Snow · Pieter Bruegel the Elder (1565)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https://commons.wikimedia.org/wiki/File:Pieter_Bruegel_the_Elder_-_Hunters_in_the_Snow_(Winter)_-_Google_Art_Project.jpg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Magpie · Claude Monet (1868–69)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https://commons.wikimedia.org/wiki/File:Claude_Monet_-_The_Magpie_-_Google_Art_Project.jpg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Clear Weather after Snow at Kameyama · Utagawa Hiroshige (1833–34)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https://commons.wikimedia.org/wiki/File:%E6%9D%B1%E6%B5%B7%E9%81%93%E4%BA%94%E5%8D%81%E4%B8%89%E6%AC%A1%E4%B9%8B%E5%86%85_%E4%BA%80%E5%B1%B1_%E9%9B%AA%E6%99%B4-Clear_Weather_after_Snow_MET_DP123228.jpg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Abbey in the Oakwood · Caspar David Friedrich (1809–10)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https://commons.wikimedia.org/wiki/File:Caspar_David_Friedrich_-_Abtei_im_Eichwald_-_Google_Art_Project.jpg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Snow at Louveciennes · Alfred Sisley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3.0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https://commons.wikimedia.org/wiki/File:Alfred_Sisley,_La_Neige_%C3%A0_Louveciennes_(cropped).jpg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 Landscape with Ice Skaters · Hendrick Avercamp (c.1608)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https://commons.wikimedia.org/wiki/File:Hendrick_Averkamp_A_Winter_Scene_with_Skaters_near_a_Castle.jpg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Winter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Rooftops in the Snow · Gustave Caillebotte (1878)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https://commons.wikimedia.org/wiki/File:Gustave_Caillebotte_-_Rooftops_in_the_Snow_(snow_effect)_-_Google_Art_Project.jpg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(8/9)</a:t>
            </a:r>
            <a:endParaRPr lang="ko-KR" altLang="en-US" sz="4000" dirty="0"/>
          </a:p>
        </p:txBody>
      </p:sp>
      <p:sp>
        <p:nvSpPr>
          <p:cNvPr id="3" name="src-note-713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2" name="src-table-7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Migrant Mother · Dorothea Lange (1936)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https://commons.wikimedia.org/wiki/File:Lange-MigrantMother02.jpg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Tetons and the Snake River · Ansel Adams (1942)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https://commons.wikimedia.org/wiki/File:Adams_The_Tetons_and_the_Snake_River.jpg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Steerage · Alfred Stieglitz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https://commons.wikimedia.org/wiki/File:Alfred_Stieglitz_-_The_Steerage_-_Google_Art_Project,_from_Getty.jpg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Flatiron · Edward Steichen (1904)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https://commons.wikimedia.org/wiki/File:Steichen_flatiron.jpg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Blue Marble · Apollo 17 crew (NASA) (1972)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https://commons.wikimedia.org/wiki/File:The_Earth_seen_from_Apollo_17.jpg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Lunch atop a Skyscraper · Charles C. Ebbets (attr.) (1932)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https://commons.wikimedia.org/wiki/File:Lunch_atop_a_Skyscraper_-_Charles_Clyde_Ebbets.jpg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Photography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Endurance in the ice · Frank Hurley (1915)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https://commons.wikimedia.org/wiki/File:The_%27Endurance%27,_The_pink_glow_of_the_rising_sun_shining_on_a_pressure_ridge,_1915_-_photographed_by_Frank_Hurley_(3534602329).jpg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Art Store 부스 "Vibrant" 큐레이션 화면 (Art Basel 2026) · 미확인 (2026)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https://news.samsung.com/global/art-basel-in-basel-2026-samsung-art-tv-brings-personal-curation-to-the-center-of-the-art-world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JOB (poster) · Alphonse Mucha (1896)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https://commons.wikimedia.org/wiki/File:Mucha-job.jpg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Folies-Bergère: La Loïe Fuller (poster) · Jules Chéret (1893)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https://commons.wikimedia.org/wiki/File:Cheret,_Jules_-_La_Loie_Fuller_(pl_73).jpg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Tournée du Chat Noir · Théophile-Alexandre Steinlen (1896)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https://commons.wikimedia.org/wiki/File:Th%C3%A9ophile-Alexandre_Steinlen_-_Tourn%C3%A9e_du_Chat_Noir_de_Rodolphe_Salis_(Tour_of_Rodolphe_Salis%27_Chat_Noir)_-_Google_Art_Project.jpg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Divan Japonais · Henri de Toulouse-Lautrec (1893)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https://commons.wikimedia.org/wiki/File:(Albi)_Le_Divan_japonais_1893_lithographie_-_Toulouse-Lautrec_MTH.A3.jpg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Pop Art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Cappiello poster · Leonetto Cappiello (c.1900)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https://commons.wikimedia.org/wiki/File:(Albi)_Mieux_vaut_laver_son_linge_chez_soi!_-_Leonetto_Cappiello_1898.jpg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Femme au chapeau (Art TV 화면) · Henri Matisse (1905)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https://news.samsung.com/global/samsung-art-store-partners-with-san-francisco-museum-of-modern-art-to-bring-modern-masters-to-homes-worldwide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Mona Lisa · Leonardo da Vinci (1503–19)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https://commons.wikimedia.org/wiki/File:Mona_Lisa,_by_Leonardo_da_Vinci,_from_C2RMF_retouched.jpg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Self-Portrait · Vincent van Gogh (1889)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https://commons.wikimedia.org/wiki/File:Vincent_van_Gogh_-_Self-Portrait_-_Google_Art_Project.jpg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 of Adele Bloch-Bauer I · Gustav Klimt (1907)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https://commons.wikimedia.org/wiki/File:Gustav_Klimt,_1907,_Adele_Bloch-Bauer_I,_Neue_Galerie_New_York.jpg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31</a:t>
            </a:fld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4000" dirty="0" b="1">
                <a:solidFill>
                  <a:schemeClr val="tx1"/>
                </a:solidFill>
              </a:rPr>
              <a:t>이미지 출처 · 라이선스 (9/9)</a:t>
            </a:r>
            <a:endParaRPr lang="ko-KR" altLang="en-US" sz="4000" dirty="0"/>
          </a:p>
        </p:txBody>
      </p:sp>
      <p:sp>
        <p:nvSpPr>
          <p:cNvPr id="3" name="src-note-715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accent6"/>
                </a:solidFill>
                <a:highlight>
                  <a:srgbClr val="DCE5F9"/>
                </a:highlight>
              </a:rPr>
              <a:t>CC BY / CC BY-SA</a:t>
            </a:r>
            <a:pPr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 이미지는 저작자·라이선스·출처 표기 필수 (파란 칸). Samsung Newsroom 이미지는 보도용(편집·참고 목적), 원본 매니페스트 기준</a:t>
            </a:r>
            <a:endParaRPr lang="ko-KR" altLang="en-US" sz="1000" dirty="0"/>
          </a:p>
        </p:txBody>
      </p:sp>
      <p:graphicFrame>
        <p:nvGraphicFramePr>
          <p:cNvPr id="33" name="src-table-7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0040"/>
                <a:gridCol w="3291840"/>
                <a:gridCol w="1600200"/>
                <a:gridCol w="4736592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필터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작품명 · 작가 (연도)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라이선스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bg1"/>
                          </a:solidFill>
                        </a:rPr>
                        <a:t>출처 URL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Madame X · John Singer Sargent (1884)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https://commons.wikimedia.org/wiki/File:Madame_X_(Madame_Pierre_Gautreau),_John_Singer_Sargent,_1884_(unfree_frame_crop).jpg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06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Whistler's Mother · James McNeill Whistler (1871)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https://commons.wikimedia.org/wiki/File:Whistlers_Mother_high_res.jpg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Portrait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Self-Portrait · Rembrandt (1659)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https://commons.wikimedia.org/wiki/File:Rembrandt_van_Rijn_-_Self-Portrait_-_Google_Art_Project.jpg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Vienna Viewed from the Belvedere 외 (KHM 전시장 내 Art TV) · Bernardo Bellotto 외 (1758–61)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Samsung Newsroom 보도용 이미지 (편집·참고 목적)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https://news.samsung.com/global/samsung-partners-with-kunsthistorisches-museum-in-vienna-to-bring-austrian-masterpieces-to-samsung-art-store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02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The Grand Canal (Venice) · Canaletto (c.1730s)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BY-SA 4.0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https://commons.wikimedia.org/wiki/File:Ca%27_Rezzonico_-_Canal_Grande_da_Palazzo_Balbi_a_Rialto_C.1722_-_Canaletto.jpg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03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Nihonbashi (53 Stations of the Tōkaidō) · Utagawa Hiroshige (1833–34)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https://commons.wikimedia.org/wiki/File:T%C5%8Dkaid%C3%B4_goj%C5%ABsan_tsugi_saiken_zu%27e,_Nihonbashi_by_Hiroshige.jpg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04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Café Terrace at Night · Vincent van Gogh (1888)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CC0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https://commons.wikimedia.org/wiki/File:Vincent-van-gogh-cafe-terrace-on-the-place-du-forum-arles-at-night-the.jpg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05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Houses of Parliament, Sunset · Claude Monet (1903)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Public domain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https://commons.wikimedia.org/wiki/File:Monet_w1604.jpg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Travel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07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dirty="0">
                          <a:solidFill>
                            <a:schemeClr val="tx1"/>
                          </a:solidFill>
                        </a:rPr>
                        <a:t>Vintage travel poster · 미상 (c.1900s)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b="1" dirty="0">
                          <a:solidFill>
                            <a:schemeClr val="tx1"/>
                          </a:solidFill>
                        </a:rPr>
                        <a:t>CC BY 2.0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750" u="sng" dirty="0">
                          <a:solidFill>
                            <a:schemeClr val="tx2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https://commons.wikimedia.org/wiki/File:Flickr_-_%E2%80%A6trialsanderrors_-_Marseille,_travel_poster_for_PLM,_ca._1930.jpg</a:t>
                      </a:r>
                      <a:endParaRPr lang="ko-KR" altLang="en-US" sz="750" dirty="0"/>
                    </a:p>
                  </a:txBody>
                  <a:tcPr marL="45720" marR="45720" marT="18288" marB="18288">
                    <a:lnL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ko-KR" altLang="en-US"/>
              <a:t>32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 Library">
  <a:themeElements>
    <a:clrScheme name="Frame Library Swiss">
      <a:dk1>
        <a:srgbClr val="111111"/>
      </a:dk1>
      <a:lt1>
        <a:srgbClr val="FFFFFF"/>
      </a:lt1>
      <a:dk2>
        <a:srgbClr val="2A2A2A"/>
      </a:dk2>
      <a:lt2>
        <a:srgbClr val="F2F3F5"/>
      </a:lt2>
      <a:accent1>
        <a:srgbClr val="2F5BD3"/>
      </a:accent1>
      <a:accent2>
        <a:srgbClr val="DADADA"/>
      </a:accent2>
      <a:accent3>
        <a:srgbClr val="8C8C8C"/>
      </a:accent3>
      <a:accent4>
        <a:srgbClr val="1E1E1E"/>
      </a:accent4>
      <a:accent5>
        <a:srgbClr val="BDBDBD"/>
      </a:accent5>
      <a:accent6>
        <a:srgbClr val="5A5A5A"/>
      </a:accent6>
      <a:hlink>
        <a:srgbClr val="2A2A2A"/>
      </a:hlink>
      <a:folHlink>
        <a:srgbClr val="5A5A5A"/>
      </a:folHlink>
    </a:clrScheme>
    <a:fontScheme name="Frame Library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Frame Art Library — 필터별 샘플</dc:title>
  <dc:subject>PptxGenJS Presentation</dc:subject>
  <dc:creator>PptxGenJS</dc:creator>
  <cp:lastModifiedBy>PptxGenJS</cp:lastModifiedBy>
  <cp:revision>1</cp:revision>
  <dcterms:created xsi:type="dcterms:W3CDTF">2026-10-10T09:12:41Z</dcterms:created>
  <dcterms:modified xsi:type="dcterms:W3CDTF">2026-10-10T09:12:41Z</dcterms:modified>
</cp:coreProperties>
</file>